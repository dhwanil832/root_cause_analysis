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b3bf86b8ee47a2" /><Relationship Type="http://schemas.openxmlformats.org/officeDocument/2006/relationships/extended-properties" Target="/docProps/app.xml" Id="R1bfed7e606c343af" /><Relationship Type="http://schemas.openxmlformats.org/officeDocument/2006/relationships/officeDocument" Target="/ppt/presentation.xml" Id="R7d3ace42330e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0fc1c43bd644ed"/>
  </p:sldMasterIdLst>
  <p:notesMasterIdLst>
    <p:notesMasterId xmlns:r="http://schemas.openxmlformats.org/officeDocument/2006/relationships" r:id="R4e1372e2c5fd4873"/>
  </p:notesMasterIdLst>
  <p:sldIdLst>
    <p:sldId xmlns:r="http://schemas.openxmlformats.org/officeDocument/2006/relationships" id="256" r:id="R73c896c0d6c24ce5"/>
    <p:sldId xmlns:r="http://schemas.openxmlformats.org/officeDocument/2006/relationships" id="257" r:id="R741c9e3ad3514704"/>
    <p:sldId xmlns:r="http://schemas.openxmlformats.org/officeDocument/2006/relationships" id="258" r:id="R98ee3eaf10e1483a"/>
    <p:sldId xmlns:r="http://schemas.openxmlformats.org/officeDocument/2006/relationships" id="259" r:id="Rf5d58220a4844c75"/>
    <p:sldId xmlns:r="http://schemas.openxmlformats.org/officeDocument/2006/relationships" id="260" r:id="Rb1aa98aae89044f9"/>
    <p:sldId xmlns:r="http://schemas.openxmlformats.org/officeDocument/2006/relationships" id="261" r:id="Rfeeaf4cbade748b0"/>
    <p:sldId xmlns:r="http://schemas.openxmlformats.org/officeDocument/2006/relationships" id="262" r:id="R031ca9effad548ac"/>
    <p:sldId xmlns:r="http://schemas.openxmlformats.org/officeDocument/2006/relationships" id="263" r:id="Rb7b517ba757145f9"/>
    <p:sldId xmlns:r="http://schemas.openxmlformats.org/officeDocument/2006/relationships" id="264" r:id="R08d6702753f94c54"/>
    <p:sldId xmlns:r="http://schemas.openxmlformats.org/officeDocument/2006/relationships" id="265" r:id="R1a73c40074554040"/>
    <p:sldId xmlns:r="http://schemas.openxmlformats.org/officeDocument/2006/relationships" id="266" r:id="R6947e6e74ce3493c"/>
    <p:sldId xmlns:r="http://schemas.openxmlformats.org/officeDocument/2006/relationships" id="267" r:id="R5a2077e88356419d"/>
    <p:sldId xmlns:r="http://schemas.openxmlformats.org/officeDocument/2006/relationships" id="268" r:id="R54ee50e99ccf4010"/>
    <p:sldId xmlns:r="http://schemas.openxmlformats.org/officeDocument/2006/relationships" id="269" r:id="R9a6675d4382343ed"/>
    <p:sldId xmlns:r="http://schemas.openxmlformats.org/officeDocument/2006/relationships" id="270" r:id="Rc7772ab1b886415e"/>
    <p:sldId xmlns:r="http://schemas.openxmlformats.org/officeDocument/2006/relationships" id="271" r:id="Rdc784680596f4aba"/>
    <p:sldId xmlns:r="http://schemas.openxmlformats.org/officeDocument/2006/relationships" id="272" r:id="Re83daa624aeb403d"/>
    <p:sldId xmlns:r="http://schemas.openxmlformats.org/officeDocument/2006/relationships" id="273" r:id="Rdaa970de28504f94"/>
    <p:sldId xmlns:r="http://schemas.openxmlformats.org/officeDocument/2006/relationships" id="274" r:id="R7b1e59499bab4cac"/>
    <p:sldId xmlns:r="http://schemas.openxmlformats.org/officeDocument/2006/relationships" id="275" r:id="Rfd7765fc4024459d"/>
    <p:sldId xmlns:r="http://schemas.openxmlformats.org/officeDocument/2006/relationships" id="276" r:id="R64b74cbc60194b8d"/>
    <p:sldId xmlns:r="http://schemas.openxmlformats.org/officeDocument/2006/relationships" id="277" r:id="Rc230f67839e345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84062b2724a03" /><Relationship Type="http://schemas.openxmlformats.org/officeDocument/2006/relationships/slideMaster" Target="/ppt/slideMasters/slideMaster1.xml" Id="R2e0fc1c43bd644ed" /><Relationship Type="http://schemas.openxmlformats.org/officeDocument/2006/relationships/notesMaster" Target="/ppt/notesMasters/notesMaster1.xml" Id="R4e1372e2c5fd4873" /><Relationship Type="http://schemas.openxmlformats.org/officeDocument/2006/relationships/presProps" Target="/ppt/presProps.xml" Id="R46dce901ca3043d5" /><Relationship Type="http://schemas.openxmlformats.org/officeDocument/2006/relationships/viewProps" Target="/ppt/viewProps.xml" Id="R48ab6a99781e4aba" /><Relationship Type="http://schemas.openxmlformats.org/officeDocument/2006/relationships/tableStyles" Target="/ppt/tableStyles.xml" Id="Reca55fc96c284d38" /><Relationship Type="http://schemas.openxmlformats.org/officeDocument/2006/relationships/slide" Target="/ppt/slides/slide1.xml" Id="R73c896c0d6c24ce5" /><Relationship Type="http://schemas.openxmlformats.org/officeDocument/2006/relationships/slide" Target="/ppt/slides/slide2.xml" Id="R741c9e3ad3514704" /><Relationship Type="http://schemas.openxmlformats.org/officeDocument/2006/relationships/slide" Target="/ppt/slides/slide3.xml" Id="R98ee3eaf10e1483a" /><Relationship Type="http://schemas.openxmlformats.org/officeDocument/2006/relationships/slide" Target="/ppt/slides/slide4.xml" Id="Rf5d58220a4844c75" /><Relationship Type="http://schemas.openxmlformats.org/officeDocument/2006/relationships/slide" Target="/ppt/slides/slide5.xml" Id="Rb1aa98aae89044f9" /><Relationship Type="http://schemas.openxmlformats.org/officeDocument/2006/relationships/slide" Target="/ppt/slides/slide6.xml" Id="Rfeeaf4cbade748b0" /><Relationship Type="http://schemas.openxmlformats.org/officeDocument/2006/relationships/slide" Target="/ppt/slides/slide7.xml" Id="R031ca9effad548ac" /><Relationship Type="http://schemas.openxmlformats.org/officeDocument/2006/relationships/slide" Target="/ppt/slides/slide8.xml" Id="Rb7b517ba757145f9" /><Relationship Type="http://schemas.openxmlformats.org/officeDocument/2006/relationships/slide" Target="/ppt/slides/slide9.xml" Id="R08d6702753f94c54" /><Relationship Type="http://schemas.openxmlformats.org/officeDocument/2006/relationships/slide" Target="/ppt/slides/slide10.xml" Id="R1a73c40074554040" /><Relationship Type="http://schemas.openxmlformats.org/officeDocument/2006/relationships/slide" Target="/ppt/slides/slide11.xml" Id="R6947e6e74ce3493c" /><Relationship Type="http://schemas.openxmlformats.org/officeDocument/2006/relationships/slide" Target="/ppt/slides/slide12.xml" Id="R5a2077e88356419d" /><Relationship Type="http://schemas.openxmlformats.org/officeDocument/2006/relationships/slide" Target="/ppt/slides/slide13.xml" Id="R54ee50e99ccf4010" /><Relationship Type="http://schemas.openxmlformats.org/officeDocument/2006/relationships/slide" Target="/ppt/slides/slide14.xml" Id="R9a6675d4382343ed" /><Relationship Type="http://schemas.openxmlformats.org/officeDocument/2006/relationships/slide" Target="/ppt/slides/slide15.xml" Id="Rc7772ab1b886415e" /><Relationship Type="http://schemas.openxmlformats.org/officeDocument/2006/relationships/slide" Target="/ppt/slides/slide16.xml" Id="Rdc784680596f4aba" /><Relationship Type="http://schemas.openxmlformats.org/officeDocument/2006/relationships/slide" Target="/ppt/slides/slide17.xml" Id="Re83daa624aeb403d" /><Relationship Type="http://schemas.openxmlformats.org/officeDocument/2006/relationships/slide" Target="/ppt/slides/slide18.xml" Id="Rdaa970de28504f94" /><Relationship Type="http://schemas.openxmlformats.org/officeDocument/2006/relationships/slide" Target="/ppt/slides/slide19.xml" Id="R7b1e59499bab4cac" /><Relationship Type="http://schemas.openxmlformats.org/officeDocument/2006/relationships/slide" Target="/ppt/slides/slide20.xml" Id="Rfd7765fc4024459d" /><Relationship Type="http://schemas.openxmlformats.org/officeDocument/2006/relationships/slide" Target="/ppt/slides/slide21.xml" Id="R64b74cbc60194b8d" /><Relationship Type="http://schemas.openxmlformats.org/officeDocument/2006/relationships/slide" Target="/ppt/slides/slide22.xml" Id="Rc230f67839e3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d049143416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3980359a3740e3" /><Relationship Type="http://schemas.openxmlformats.org/officeDocument/2006/relationships/notesMaster" Target="/ppt/notesMasters/notesMaster1.xml" Id="R624e4f5a27ba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192ad10d9d4958" /><Relationship Type="http://schemas.openxmlformats.org/officeDocument/2006/relationships/notesMaster" Target="/ppt/notesMasters/notesMaster1.xml" Id="Rafeb205e75b843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1a29eb8ed84573" /><Relationship Type="http://schemas.openxmlformats.org/officeDocument/2006/relationships/notesMaster" Target="/ppt/notesMasters/notesMaster1.xml" Id="R7868ab46ffa543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1118ccc98249cf" /><Relationship Type="http://schemas.openxmlformats.org/officeDocument/2006/relationships/notesMaster" Target="/ppt/notesMasters/notesMaster1.xml" Id="R5dfac16507b44f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cc4ce2192c49d0" /><Relationship Type="http://schemas.openxmlformats.org/officeDocument/2006/relationships/notesMaster" Target="/ppt/notesMasters/notesMaster1.xml" Id="R81ee66d85521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f66fee42494905" /><Relationship Type="http://schemas.openxmlformats.org/officeDocument/2006/relationships/notesMaster" Target="/ppt/notesMasters/notesMaster1.xml" Id="R1aaf23f5ae6449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e24a25ba1c4141" /><Relationship Type="http://schemas.openxmlformats.org/officeDocument/2006/relationships/notesMaster" Target="/ppt/notesMasters/notesMaster1.xml" Id="Rd537e4a78c6b4f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7da80dcbfc43c6" /><Relationship Type="http://schemas.openxmlformats.org/officeDocument/2006/relationships/notesMaster" Target="/ppt/notesMasters/notesMaster1.xml" Id="Rf9db1658448d48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11c90a94c84f19" /><Relationship Type="http://schemas.openxmlformats.org/officeDocument/2006/relationships/notesMaster" Target="/ppt/notesMasters/notesMaster1.xml" Id="Rb20ed9c8a3694a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d5f45e84fd48a5" /><Relationship Type="http://schemas.openxmlformats.org/officeDocument/2006/relationships/notesMaster" Target="/ppt/notesMasters/notesMaster1.xml" Id="R1425d20d36bb42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0d23e65dec4d74" /><Relationship Type="http://schemas.openxmlformats.org/officeDocument/2006/relationships/notesMaster" Target="/ppt/notesMasters/notesMaster1.xml" Id="Re0999c1eadcf49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c20317180c4567" /><Relationship Type="http://schemas.openxmlformats.org/officeDocument/2006/relationships/notesMaster" Target="/ppt/notesMasters/notesMaster1.xml" Id="R3ca88ddcad7e42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5c462d241844d5" /><Relationship Type="http://schemas.openxmlformats.org/officeDocument/2006/relationships/notesMaster" Target="/ppt/notesMasters/notesMaster1.xml" Id="R518dc87036e847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f97e1d2db9414a" /><Relationship Type="http://schemas.openxmlformats.org/officeDocument/2006/relationships/notesMaster" Target="/ppt/notesMasters/notesMaster1.xml" Id="R2b14b5ee196841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a1de8c297d43d5" /><Relationship Type="http://schemas.openxmlformats.org/officeDocument/2006/relationships/notesMaster" Target="/ppt/notesMasters/notesMaster1.xml" Id="R86046c51311543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d8e685cff84e2c" /><Relationship Type="http://schemas.openxmlformats.org/officeDocument/2006/relationships/notesMaster" Target="/ppt/notesMasters/notesMaster1.xml" Id="Rf1b499f73f4346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2530c3c5584f29" /><Relationship Type="http://schemas.openxmlformats.org/officeDocument/2006/relationships/notesMaster" Target="/ppt/notesMasters/notesMaster1.xml" Id="Rbdd3ec4b26ea45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49d3fd9818f49f2" /><Relationship Type="http://schemas.openxmlformats.org/officeDocument/2006/relationships/notesMaster" Target="/ppt/notesMasters/notesMaster1.xml" Id="R5d66eea25d3045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b3de8603c147d5" /><Relationship Type="http://schemas.openxmlformats.org/officeDocument/2006/relationships/notesMaster" Target="/ppt/notesMasters/notesMaster1.xml" Id="Rf166ad1fa4f643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8a70515b4e4151" /><Relationship Type="http://schemas.openxmlformats.org/officeDocument/2006/relationships/notesMaster" Target="/ppt/notesMasters/notesMaster1.xml" Id="Ra5007daad9b84d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ef7692f5cb465a" /><Relationship Type="http://schemas.openxmlformats.org/officeDocument/2006/relationships/notesMaster" Target="/ppt/notesMasters/notesMaster1.xml" Id="R6e050ddbe1e640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74de588525454d" /><Relationship Type="http://schemas.openxmlformats.org/officeDocument/2006/relationships/notesMaster" Target="/ppt/notesMasters/notesMaster1.xml" Id="R06b165cac72e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incident and one Qwen configuration. This is a review of saved runs, not a new run or a production change. V1 evaluated without V2-only evidence. V2 evaluated against prewritten controlled expectations. Research checked online 20 September 2026.</a:t>
            </a:r>
            <a:endParaRPr/>
          </a:p>
          <a:p xmlns:a="http://schemas.openxmlformats.org/drawingml/2006/main">
            <a:r>
              <a:t>Local evidence: /Users/dhwanilchauhan/Desktop/RCA Try 1/Try 6/evals/ia16036-v2-controlled/failure-report-evidence.json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runs[0/1].counts, board, position and findings. Do not infer that zero verified edges alone proves a failure or that V1 had to solve the incident.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saved counts. V1 partial/finished and V2 partial/finished. One model: ollama:qwen3.5:latest. V1 elapsed includes pauses and sampling-profile change; do not present a causal runtime improvement. Documents exclude the incident description; questions include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source inventory: incident, D01–D03, S01–S03, P01–P03 and C01. P04/P05 withheld until V2. Detailed V1 rubric is retrospective; V2 expectations were prewritten. P02 mapping distinguishes legacy COMP FAULT label from the actual input.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/Users/dhwanilchauhan/Desktop/RCA Try 1/IA-16036 Controlled Evidence Package/07_case_content_inputs/02_model_visible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V1 board.nodes. Invalid alarm review f7db8787-5ba9-431d-9129-1f83bed4d96f; invalid RUN review cc9428a7-f9e7-41b4-bb8f-b4c7eefdb736. Both combined entailment with necessary missing premises. The guard correctly rejected the contradictory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V1 edges shown in saved board. No verification calls completed in V1. Review gates unresolved premises. The loss-to-recovery direction is a reasonable temporal statement, not evidence of the recovery mechanism.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Finding 22dc870b-4cb9-4384-8d38-f5b2e59bffa5 and V1 summary contain timing error. See P01/P02. The compressor branch remained a hypothesis, not a supported trip conclusion. A rejected V1 review also misread 10:00:11 as a below-threshold time: recorded P-R was 5.8, while low threshold was &lt;4.5.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position.directions and resolver outputs. Keep genuine gaps; narrow compound requests into known and unknown parts. Do not grade V1 down for not having P04/P05.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inference: distribution-path interruption becomes a stronger physical hypothesis. Not final proof: a late observation does not establish continuous prior closure; handle position does not establish internal condition; timing uncertain. P05 also records V-201 open about 09:56. Prewritten expectations: /Users/dhwanilchauhan/Desktop/RCA Try 1/Try 6/evals/ia16036-v2-expectations.md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adds four nodes, retains all five V1 node identities, withdraws one edge and adds three. No verified edges in either version. Compare board/position rather than mere node counts.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runs[1].findings vs position.selectedFindingIds. Frame trace b0053b1c-3674-425f-86a7-5df44258e742 saw all 154 notebook findings but not original P04. Refine 7f1777d6-e056-4bae-9da9-792e08aadbe9 saw notebook but neither original P04/P05. Resolvers and connection calls did have the originals. Do not say upload failed or context capacity caused the omission.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AL-44 review 60b7aea1-8d44-45bd-8700-68055befdfdb. Entity error da20381b-14ca-490d-80a1-0207ca1dfe94. Both verifiers partial; neither supported. Code: literal-decision.ts, board/changes.ts, board/projection.ts.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 flags in diagnostic export. Projection requires direction or selected reviewTargets. Story selector consumes published analysis questions. Some verifier questions are themselves wrong, so routing must allow correction/rejection, not automatically publish every question. Code: investigation/planner.ts, apply.ts, board/projection.ts, records.ts, story-agent/contracts.ts.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anchors: tasks/executor.ts, investigation/contracts.ts, investigation/apply.ts, review/literal-contract.ts, review/literal-decision.ts, board/changes.ts, board/projection.ts, investigation/planner.ts. Each confirmed against raw outputs and applied state. Proposed changes are not yet implemented.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P04/P05 included in actual story input catalogs. Story round c5bdbc70-37bd-42f3-9acc-00912637f096. Job times approx 24.895s and 22.986s, no retries. P04/P05 were preselected by operator. This tests transport and reviewed partial release, not autonomous discovery or multi-round memory consistency. story-candidate.json and story-review.json.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stage durations from runs[1].stageTiming. Premise review 3,614,997 ms / elapsed 4,719,243 ms = 76.6%. Sum task durations approx 78m31s. Global changed-source invalidation is in planner.ts; dependency-sensitive savings have not been measured. Native context 262144, generation -1. 154 findings are not 154 agents. V1 elapsed is not a fair speed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Recommendations based on local F01–F10. Not implemented or demonstrated by this report. No fine-tuning or multi-model fallback is needed for the first implementation. Preserve superseded claims historically; do not silently rewrite V1. Related research on the following two slides.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https://research.google/pubs/sufficient-context-a-new-lens-on-retrieval-augmented-generation-systems-2/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https://aclanthology.org/2025.acl-long.1089/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https://proceedings.mlr.press/v267/luo25t.html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adaptations, not measured fixes. GCR full approach uses a KG-specialized model; we borrow the constraint principle without proposing its full training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https://aclanthology.org/2025.acl-short.73/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https://aclanthology.org/2026.acl-long.912/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https://arxiv.org/abs/2604.02733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checked 20 September 2026. No published effect size is claimed as a local gain. DeltaLogic does not establish that anchoring caused this Qwen run. ProgCo evaluated instruction following and math.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proposed acceptance tests, not a report that they already pass. V2 target follows prewritten expectations. Do not force a supported edge; permit a justified qualified hypothesis or evidence-based explanation of why it remains unsupported.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case/model configuration. V1 recovered under changed execution behavior. Suggestions not implemented. All app data and prior versions remain unchanged. Detailed trace index and source links in accompanying report.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Incident 9660f4f2-5fc0-4d0a-917e-8e48641956e3; V1 a20904da-8710-40df-8d58-fec78f451f2a; V2 3d44374c-888e-465a-8870-99d11eaa8c12. Digest 6488c96fa5faab64bb65cbd30d4289e20e6130ef535a93ef9a49f42eda893ea7. Live dashboard if app running: http://127.0.0.1:3016/incident/9660f4f2-5fc0-4d0a-917e-8e48641956e3. No model run or application mutation during this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80679f39c41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7ebf5a1a54b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fd92c798349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b036b42f749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61576829a4c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88d4786d34a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7d3bb66db4c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470d59af34ec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fa8402d4cc40f7" /><Relationship Type="http://schemas.openxmlformats.org/officeDocument/2006/relationships/slideLayout" Target="/ppt/slideLayouts/slideLayout1.xml" Id="R5acfd539984f4d89" /><Relationship Type="http://schemas.openxmlformats.org/officeDocument/2006/relationships/slideLayout" Target="/ppt/slideLayouts/slideLayout2.xml" Id="R1e51f7ae676c46d0" /><Relationship Type="http://schemas.openxmlformats.org/officeDocument/2006/relationships/slideLayout" Target="/ppt/slideLayouts/slideLayout3.xml" Id="R0ebf918f09684720" /><Relationship Type="http://schemas.openxmlformats.org/officeDocument/2006/relationships/slideLayout" Target="/ppt/slideLayouts/slideLayout4.xml" Id="R9a965b42f6d642af" /><Relationship Type="http://schemas.openxmlformats.org/officeDocument/2006/relationships/slideLayout" Target="/ppt/slideLayouts/slideLayout5.xml" Id="Rf1bd57b8394949f5" /><Relationship Type="http://schemas.openxmlformats.org/officeDocument/2006/relationships/slideLayout" Target="/ppt/slideLayouts/slideLayout6.xml" Id="R273dca71078e473f" /><Relationship Type="http://schemas.openxmlformats.org/officeDocument/2006/relationships/slideLayout" Target="/ppt/slideLayouts/slideLayout7.xml" Id="R79af077c539c4eef" /><Relationship Type="http://schemas.openxmlformats.org/officeDocument/2006/relationships/slideLayout" Target="/ppt/slideLayouts/slideLayout8.xml" Id="R2e2ffaf12f1c408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fd539984f4d89"/>
    <p:sldLayoutId xmlns:r="http://schemas.openxmlformats.org/officeDocument/2006/relationships" id="2147483650" r:id="R1e51f7ae676c46d0"/>
    <p:sldLayoutId xmlns:r="http://schemas.openxmlformats.org/officeDocument/2006/relationships" id="2147483651" r:id="R0ebf918f09684720"/>
    <p:sldLayoutId xmlns:r="http://schemas.openxmlformats.org/officeDocument/2006/relationships" id="2147483652" r:id="R9a965b42f6d642af"/>
    <p:sldLayoutId xmlns:r="http://schemas.openxmlformats.org/officeDocument/2006/relationships" id="2147483653" r:id="Rf1bd57b8394949f5"/>
    <p:sldLayoutId xmlns:r="http://schemas.openxmlformats.org/officeDocument/2006/relationships" id="2147483654" r:id="R273dca71078e473f"/>
    <p:sldLayoutId xmlns:r="http://schemas.openxmlformats.org/officeDocument/2006/relationships" id="2147483655" r:id="R79af077c539c4eef"/>
    <p:sldLayoutId xmlns:r="http://schemas.openxmlformats.org/officeDocument/2006/relationships" id="2147483656" r:id="R2e2ffaf12f1c408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9e94a30e47ae" /><Relationship Type="http://schemas.openxmlformats.org/officeDocument/2006/relationships/notesSlide" Target="/ppt/notesSlides/notesSlide1.xml" Id="Rb3b60de362e345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4b6ea60ee4604" /><Relationship Type="http://schemas.openxmlformats.org/officeDocument/2006/relationships/notesSlide" Target="/ppt/notesSlides/notesSlide2.xml" Id="R69bffdcf839a47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bfbc3858c46d7" /><Relationship Type="http://schemas.openxmlformats.org/officeDocument/2006/relationships/notesSlide" Target="/ppt/notesSlides/notesSlide3.xml" Id="R5975dcd7e210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97cd04faa4aaf" /><Relationship Type="http://schemas.openxmlformats.org/officeDocument/2006/relationships/notesSlide" Target="/ppt/notesSlides/notesSlide4.xml" Id="R466b9fe44a0b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c463be2c943b8" /><Relationship Type="http://schemas.openxmlformats.org/officeDocument/2006/relationships/notesSlide" Target="/ppt/notesSlides/notesSlide5.xml" Id="Rd0492cae28ae4e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f92d206eb6475b" /><Relationship Type="http://schemas.openxmlformats.org/officeDocument/2006/relationships/notesSlide" Target="/ppt/notesSlides/notesSlide6.xml" Id="Rf8d417a5458043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b7b6477a59407e" /><Relationship Type="http://schemas.openxmlformats.org/officeDocument/2006/relationships/notesSlide" Target="/ppt/notesSlides/notesSlide7.xml" Id="Radd3679bce9d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3670b3fda49f7" /><Relationship Type="http://schemas.openxmlformats.org/officeDocument/2006/relationships/notesSlide" Target="/ppt/notesSlides/notesSlide8.xml" Id="Rfdecedf512fe4c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90125cb2a4cf9" /><Relationship Type="http://schemas.openxmlformats.org/officeDocument/2006/relationships/notesSlide" Target="/ppt/notesSlides/notesSlide9.xml" Id="Ref72eb212cfd4b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bfde7671b407b" /><Relationship Type="http://schemas.openxmlformats.org/officeDocument/2006/relationships/notesSlide" Target="/ppt/notesSlides/notesSlide10.xml" Id="R5c381b8c27bd46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a4b2f7bdc427a" /><Relationship Type="http://schemas.openxmlformats.org/officeDocument/2006/relationships/notesSlide" Target="/ppt/notesSlides/notesSlide11.xml" Id="R60ef88f2e5c249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afd932cc1c4ae5" /><Relationship Type="http://schemas.openxmlformats.org/officeDocument/2006/relationships/notesSlide" Target="/ppt/notesSlides/notesSlide12.xml" Id="Rb32fb30e63f846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c6ff1ef0c4518" /><Relationship Type="http://schemas.openxmlformats.org/officeDocument/2006/relationships/notesSlide" Target="/ppt/notesSlides/notesSlide13.xml" Id="R85e9eec518ef4e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5369f280194bb7" /><Relationship Type="http://schemas.openxmlformats.org/officeDocument/2006/relationships/notesSlide" Target="/ppt/notesSlides/notesSlide14.xml" Id="R8b968eb83b0f4f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a8d232df840bf" /><Relationship Type="http://schemas.openxmlformats.org/officeDocument/2006/relationships/notesSlide" Target="/ppt/notesSlides/notesSlide15.xml" Id="R81b2a35757ed4b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56bd4901a463d" /><Relationship Type="http://schemas.openxmlformats.org/officeDocument/2006/relationships/chart" Target="/ppt/slides/charts/chart1.xml" Id="R8c90c0c85d5440d9" /><Relationship Type="http://schemas.openxmlformats.org/officeDocument/2006/relationships/notesSlide" Target="/ppt/notesSlides/notesSlide16.xml" Id="R5c40b6a2e8a743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c8a191a06415f" /><Relationship Type="http://schemas.openxmlformats.org/officeDocument/2006/relationships/notesSlide" Target="/ppt/notesSlides/notesSlide17.xml" Id="Rb406913a711d40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81ca51eb5450f" /><Relationship Type="http://schemas.openxmlformats.org/officeDocument/2006/relationships/notesSlide" Target="/ppt/notesSlides/notesSlide18.xml" Id="R472fa98223bc4e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40c4a50664ccb" /><Relationship Type="http://schemas.openxmlformats.org/officeDocument/2006/relationships/notesSlide" Target="/ppt/notesSlides/notesSlide19.xml" Id="R2ad0aed33f7541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19fc715bc40df" /><Relationship Type="http://schemas.openxmlformats.org/officeDocument/2006/relationships/notesSlide" Target="/ppt/notesSlides/notesSlide20.xml" Id="R7f73f022a1e04c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14dd0b482483e" /><Relationship Type="http://schemas.openxmlformats.org/officeDocument/2006/relationships/notesSlide" Target="/ppt/notesSlides/notesSlide21.xml" Id="Rb8f5ebe0ed834a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e5c2e6f3745af" /><Relationship Type="http://schemas.openxmlformats.org/officeDocument/2006/relationships/notesSlide" Target="/ppt/notesSlides/notesSlide22.xml" Id="R9d655787d4e345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Helvetica Neue"/>
                <a:ea typeface="Helvetica Neue"/>
                <a:cs typeface="Helvetica Neue"/>
              </a:rPr>
              <a:t>Recorded V2 task time (minutes)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Data'!$A$2:$A$7</c:f>
              <c:strCache>
                <c:ptCount val="6"/>
                <c:pt idx="0">
                  <c:v>Read</c:v>
                </c:pt>
                <c:pt idx="1">
                  <c:v>Frame + refine</c:v>
                </c:pt>
                <c:pt idx="2">
                  <c:v>Connect</c:v>
                </c:pt>
                <c:pt idx="3">
                  <c:v>Resolve</c:v>
                </c:pt>
                <c:pt idx="4">
                  <c:v>Review premises</c:v>
                </c:pt>
                <c:pt idx="5">
                  <c:v>Verify links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4.21</c:v>
                </c:pt>
                <c:pt idx="1">
                  <c:v>5.26</c:v>
                </c:pt>
                <c:pt idx="2">
                  <c:v>3.35</c:v>
                </c:pt>
                <c:pt idx="3">
                  <c:v>4.28</c:v>
                </c:pt>
                <c:pt idx="4">
                  <c:v>60.25</c:v>
                </c:pt>
                <c:pt idx="5">
                  <c:v>1.17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752600"/>
            <a:ext cx="11239500" cy="2714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RCA evidence review</a:t>
            </a:r>
          </a:p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914900"/>
            <a:ext cx="10572750" cy="1143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expected. What happened.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is proven—and what must change.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TRY 6  /  IA-16036  / 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Two versions finished; causal progress remains insufficient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F1395E1-20D0-443D-AC70-ACF3B44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Completion, statement support and causal validity are different outcomes.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7817456-D2F1-453E-8B0D-EC7DF11D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worked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D6210C8-5D08-4D3D-A8AE-8F1AFA0B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Both snapshots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New records read; relevant facts extracted.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More individual statements supported in V2.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D831B6C-04ED-48EB-9689-AF3120B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did not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F2CA702-1E0B-4B15-94A9-78A80DB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expected route-and-valve mechanism was not assembled.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errors and evidence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connection became verified.</a:t>
            </a:r>
          </a:p>
        </p:txBody>
      </p:sp>
      <p:sp>
        <p:nvSpPr>
          <p:cNvPr id="539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2B31FE5-63ED-4F40-9D28-E6107688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can prove</a:t>
            </a:r>
          </a:p>
        </p:txBody>
      </p:sp>
      <p:sp>
        <p:nvSpPr>
          <p:cNvPr id="540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453FF35-1A18-4F64-A267-4D353A37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contract, review and handoff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Source/output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the model’s internal reason for every mistake.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was actually tested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A2D26B6-8958-4BBB-99C9-52FE4327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model digest; V2 adds two records and one reviewed answer. V1 required mid-run engineering recovery.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0"/>
                <a:gridCol w="2600325"/>
                <a:gridCol w="26003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V2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Uploaded documents / storyteller answers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/ 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findings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154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Board nodes / active connections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6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non-focal nodes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connections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questions, including baseline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was expected to be provisional—not complete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18B8E64-1C60-4956-9A1F-785D1C35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V1 assessment uses only the documents available to V1.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5078DCB-1813-42B6-89B7-86D9292B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it should establish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7A5BBB9-76E1-4EBA-A3EF-B9E5F6D3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Accurate pressure/alarm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RUN indication ≠ measured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is a P-R low-pressure signal, despite its legacy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An internally consistent preliminary board.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8F544F0-D661-4CA8-BE9B-F2D22701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should remain open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B7CF6F0-9219-43AE-AF1F-78CED42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piping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Incident-time valve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briefing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and organizational causes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five nodes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398766F-AACA-4AF1-B02F-04222B0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supported observation does not automatically have a valid causal role.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524125"/>
                <a:gridCol w="53435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status / role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Pressure-loss focal 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focal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incident anchor; not a root cause.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event around 10:00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Directly reported; extra Turn-2 corroboration is a different question.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timestamps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P01; reviewer output was internally inconsistent.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to normal band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/ condition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Grounded; numerical recovery is also in P01.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RUN = 1 at samples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barrier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Sampled fact is grounded; protective function is not established.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four connections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8DFB0A0-945F-4460-8732-16B5C67F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Unknown status is permissible. Wrong direction and unsupported roles are not useful uncertainty.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57625"/>
                <a:gridCol w="2524125"/>
                <a:gridCol w="50101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alarm: caused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Plausible; not verified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Mapping exists in P02, but the saved gap says it is missing.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→ loss: preceded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direction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Its own explanation says recovery happened after the interruption.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recovery: preceded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Reasonable ordering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 cause; coexists with the opposite arrow.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912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RUN: failed-to-prevent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Unsupported relation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the pressure-loss event nor the RUN indication is an established barrier.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already contained factual and evidence-use errors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ADED9C2-344B-46AB-9777-9A4C7E2A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failures predate V2; they are not regressions caused by adding P04/P05.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3905250"/>
                <a:gridCol w="37719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output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evidence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reaches 2.1 bar by 10:03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2.6 at 10:03:10; 2.1 at 10:05:50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timeline enters the notebook and summary.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recovery confirmation missing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6.0 at 10:06:20; 6.8 at 10:06:50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already-answerable gap remains open.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Alarm input mapping unavailable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P02: AL-44 input is P-R; legacy display wording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 compressor speculation receives too much framing weight.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questions: useful directions mixed with redundant parts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BAC3BB4-13CB-4C36-93B6-EC2B3CA8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missing source format is not the same as missing information.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F99C51B-416F-4B2E-A512-D2D66DD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Legitimate next requests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AFC1EB0-1518-488D-9934-B5FD531B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routes between headers.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Valve-by-valve field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the briefing actually covered.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genuine compressor-trip log, if available.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75E8389-4EEF-4826-BD30-64E93B0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Already supplied or over-scoped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C9E0709-51B9-40B2-BD08-ABB7522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input identity: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Measurement-point mapping: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Numerical recovery samples: P01.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corroboration from the literal claim “the report says Turn 2.”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evidence should narrow the physical mechanism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4D99849-AF7A-45A5-98A5-D49CBB36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P04: normal route through M-101/D-101/M-102; auxiliary route through V-201/B-17/V-202.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095750"/>
                <a:gridCol w="42481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/ time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contributes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P04: connection schedule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and V-202 are in series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meaning of both valve positions.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10:00:03 ±5 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M-101 closes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action near the start of the pressure fall.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10:05:40 ±5 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observed closed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Auxiliary-path state late in the event.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10:06:18 ±5 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opens; M-101 stays closed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 associated with recovery.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10:06:20 / 10:06:50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rises to 6.0 / 6.8 bar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recovery sequence.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V2: more support, little mechanism revision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399479D-FAEF-43D5-BB56-2345F2B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three branch titles, mechanisms and gap texts are unchanged; only version markers advance.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4857750"/>
                <a:gridCol w="32480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→ V2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support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→ 5 supported non-focal nodes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improvement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prevention edge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→ withdrawn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correction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barrier role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Barrier → still barrier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role error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direction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Opposite arrows → both retained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graph error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2.1-bar timing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Notebook/summary → also on board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propagated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Piping and valve gaps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→ supplied but still requested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Missed evidence integration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useful facts were extracted—but not assembled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AE29E0C-16E3-493E-A9BE-27B08DA9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Confirmed location of failure: selection and synthesis after successful ingestion.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D6F2050-0FD3-4DDE-9F7E-3476912B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Available in the notebook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747D370-591A-4827-A629-BB97E08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Four connection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Inline V-201 / V-202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M-101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V-202 closed observation and later opening.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20B0E75-2968-41EC-A870-060E4F9F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Missing from the selected mechanism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DD7A4F4-BE71-49A7-BA17-D433DB7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Topology segments and V-202 observations were not selected as premises.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field-operation and routing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Why the model overlooked these facts is not isolated.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itself introduced errors and misleading statuses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A6D4BBD-CE21-4255-83EB-6E0071EC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is another fallible model output, not an independent source of truth.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4381500"/>
                <a:gridCol w="3295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review behavior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evidence/code establishes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effect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“Not a contradiction” + claim-truth conflict flag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and precise times not shown incompatible; flag forces unknown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claim unknown; 3 dependent edges gated.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“opened and later closed”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 says V-201 opened and M-101 closed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entity/action pairing in verifier output.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verdict → conflicting → unknown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application uses both reference lists; UI flattens conflict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reasons for uncertainty become indistinguishable.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feedback loop does not reliably reach the next round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8E9E23B-9C97-436B-8BC4-C40E22C2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saved review finding is not enough: it must change the board or receive an explicit disposition.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4381500"/>
                <a:gridCol w="40100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mechanism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 identified factual error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2.1-bar timing remains after review flags it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refinement precedes review; no post-review claim/map reconciliation.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new causal questions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4 verifier questions saved; none published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They lack links required by the projection filter.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Retire or narrow obsolete questions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Turn-2 and RUN questions remain after parent support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state not fully reconciled with revised findings.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Software causes we can identify without speculation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69058F6-87D7-4C07-A129-DF11FBB1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explain specific failures—not every model reasoning error.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953000"/>
                <a:gridCol w="37719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mismatch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change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assignment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allows all visible IDs; runtime accepts assigned IDs only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assignment object drives both.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acceptance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references do not check temporal direction or barrier role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semantic relation/role checks.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interpretation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Flags and reference-list presence override distinct meanings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partial/conflict/unknown states.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Statuses update after last map refinement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claim amendment and reconciliation.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handoff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questions can fail visibility predicate silently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registry; every item has a disposition.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A83FA91-883A-0168-8075-96CEB9DCA3C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Storyteller: operational, but not yet unattended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3AE5DD0-B681-4A64-8A42-740EACF7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Two jobs completed once. Human review released one and withheld one.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191000"/>
                <a:gridCol w="43434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behavior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/ boundary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824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briefing content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 excerpts, but missing actual checklist; marked “answered”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unchanged. Should be partial; repeats existing sources.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8240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connectivity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 was in input, but answer treated routing as unavailable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Withheld by human reviewer. Never fed into V2.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Most V2 time was spent reviewing premises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55FFE6B-2A2C-435F-8D70-9A4F946E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78 min 39 s elapsed; 60.25 min in premise review. No infinite specialist queue in this run.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90c0c85d5440d9"/>
          </a:graphicData>
        </a:graphic>
      </p:graphicFrame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FBBFDCD-057E-492E-B753-678D41EB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76.6%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0DCFACE-A0BA-4652-BA1F-B3202FF4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of elapsed time</a:t>
            </a:r>
          </a:p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spent reviewing premises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E894CB0-D064-48E4-9A78-44BAFE03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Optimize affected dependencies;</a:t>
            </a:r>
          </a:p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remove factual checks.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Proposed repair: make evidence revision a complete loop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C528015-F636-470D-9CFB-5B782EE8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Architectural correction—not a prompt that hard-codes this incident’s answer.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423F169-3252-4527-85E8-76C1C6A8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proposing a mechanism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9E581FB-BF29-44E9-84B0-413BFA9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Source-linked observations:</a:t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entity, state/action, time, value,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Joint evidence bundles preserve identities across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affected branch gets an explicit delta decision.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9857DCE-395E-4442-AFCA-08817CA4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publishing a version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F05442E-BE2D-4E61-A391-5C13D745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can create a corrected claim—not merely a lower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Recheck affected links and reconcile summary, gaps and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Reuse reviews only with a visible dependency rationale.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supports targeted evidence and constraint checks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337AAD6-BE5B-45FE-BAA9-55468A7F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 research, 2025. Transfer to this RCA system remains to be tested.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Sufficient Context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ICLR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context sufficiency from successful use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packet coverage; adequate context can still be misused. QA ≠ industrial RCA.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ChainRAG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entities across multi-hop retrieval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Bundle topology + state + time. Reported tests are multi-hop QA.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Graph-constrained Reasoning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ICML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 reasoning paths to a graph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typed relationships. Graph faithfulness alone is not causal truth.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also supports correction and controlled revision tests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8A38225-F816-4A0E-9031-B01EEA6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2025–2026 evidence; preprint status is explicitly distinguished.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ProgCo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Program-driven verification and refinement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Executable ID/time/value checks plus claim repair; not universal proof of self-correction.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TraceElephant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2026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execution inputs and outputs for attribution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 packet → output → applied state → view; not output-only diagnosis.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1216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DeltaLogic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April 2026 preprint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premise edits test revision behavior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 / defeat / remove / irrelevant deltas. Small logic study, not an RCA solution.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Acceptance must measure correction—not board size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8158A1F-C950-4DA0-9BA6-D1C61E2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these frozen failures as regression cases; then test unseen incidents and evidence changes.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113919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6296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Observable pass condition</a:t>
                      </a:r>
                    </a:p>
                  </a:txBody>
                  <a:tcPr marL="95250" marR="114300" marT="114300" marB="95250" anchor="t">
                    <a:solidFill>
                      <a:srgbClr val="F1F1F1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fidelity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pressure time/value pairs; correct valve identities; report vs inference distinguished.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meaning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reversed recovery ordering; barrier labels require a protective function.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revision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paths and valve states narrow the mechanism, with remaining uncertainty stated.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and questions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claims reach publication; every new question is routed or explicitly disposed of.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Storyteller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sources used; partial answers labelled; repeated excerpts retain source ancestry.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  <a:tr h="6080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Cost and generality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Fixed-config comparisons; latency + accuracy + missed-conflict risk; unseen-case testing.</a:t>
                      </a:r>
                    </a:p>
                  </a:txBody>
                  <a:tcPr marL="95250" marR="114300" marT="114300" marB="9525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defensible conclusion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612574C-ED8C-4B31-BDB6-F4E136DD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 have an inspectable two-version investigation—not yet reliable evidence-driven causal revision.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F433C09-4173-45F3-9E09-8E9E1276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Established by this review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0B39DEB-5AF8-4D7D-9E4D-EF3E9BF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had source and graph errors before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improved extraction and statement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software paths explain propagation and handoff failures.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71A6438-B552-4B2A-A29C-59D4F7ED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568B813-D715-4BAA-AB7D-BD08FEF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universal Qwen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Context overload or anchoring as the internal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guaranteed fix from more agents, larger context or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final organizational root cause.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Evidence and reproducibility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0022C44-45D0-4806-8062-178BC99A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full report contains the failure register, exact trace IDs, source links and acceptance tests.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1AAE89D-BC7F-41DA-B20F-C728BC84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Local audit material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8285CF5-5F95-4D3C-8456-0159E6AE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Frozen V1/V2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node and edge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Released documents, raw public outputs, task metrics and projection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Code paths linked for each confirmed harness defect.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9A3E4BC-1C38-4655-B837-9C030BAB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How to present this fairly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3B106F5-8C48-4231-9CA5-F38129BB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“observed” from “cause proven.”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Keep a blank where the internal cause is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Label research-inspired repairs as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equate a finished run with a validated RCA.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2026-09-20T20:48:07.7100000Z</dcterms:created>
  <dcterms:modified xsi:type="dcterms:W3CDTF">2026-09-20T20:48:07.7100000Z</dcterms:modified>
</coreProperties>
</file>