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f0b50f80246b4" /><Relationship Type="http://schemas.openxmlformats.org/officeDocument/2006/relationships/extended-properties" Target="/docProps/app.xml" Id="R346181598c824bfa" /><Relationship Type="http://schemas.openxmlformats.org/officeDocument/2006/relationships/officeDocument" Target="/ppt/presentation.xml" Id="Rcba2cfe48ec047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bfaaeaa0b4495e"/>
  </p:sldMasterIdLst>
  <p:notesMasterIdLst>
    <p:notesMasterId xmlns:r="http://schemas.openxmlformats.org/officeDocument/2006/relationships" r:id="Rb1ee5f65128d484b"/>
  </p:notesMasterIdLst>
  <p:sldIdLst>
    <p:sldId xmlns:r="http://schemas.openxmlformats.org/officeDocument/2006/relationships" id="256" r:id="R84662ade8b0a4ad4"/>
    <p:sldId xmlns:r="http://schemas.openxmlformats.org/officeDocument/2006/relationships" id="257" r:id="Rb9753f9f445a486c"/>
    <p:sldId xmlns:r="http://schemas.openxmlformats.org/officeDocument/2006/relationships" id="258" r:id="R195f564a58334d0a"/>
    <p:sldId xmlns:r="http://schemas.openxmlformats.org/officeDocument/2006/relationships" id="259" r:id="R07a78f93ba7845fa"/>
    <p:sldId xmlns:r="http://schemas.openxmlformats.org/officeDocument/2006/relationships" id="260" r:id="R48779bde70d7400c"/>
    <p:sldId xmlns:r="http://schemas.openxmlformats.org/officeDocument/2006/relationships" id="261" r:id="Red7b25793a93436e"/>
    <p:sldId xmlns:r="http://schemas.openxmlformats.org/officeDocument/2006/relationships" id="262" r:id="Rb8b8ac3da1af4335"/>
    <p:sldId xmlns:r="http://schemas.openxmlformats.org/officeDocument/2006/relationships" id="263" r:id="Re0faec46a65f4512"/>
    <p:sldId xmlns:r="http://schemas.openxmlformats.org/officeDocument/2006/relationships" id="264" r:id="R1bb952dbd752469c"/>
    <p:sldId xmlns:r="http://schemas.openxmlformats.org/officeDocument/2006/relationships" id="265" r:id="Rc279960731b140a6"/>
    <p:sldId xmlns:r="http://schemas.openxmlformats.org/officeDocument/2006/relationships" id="266" r:id="R38a53ef732b34d4e"/>
    <p:sldId xmlns:r="http://schemas.openxmlformats.org/officeDocument/2006/relationships" id="267" r:id="Re58317c96c0a4ef3"/>
    <p:sldId xmlns:r="http://schemas.openxmlformats.org/officeDocument/2006/relationships" id="268" r:id="Rf8edd85bcf6d461f"/>
    <p:sldId xmlns:r="http://schemas.openxmlformats.org/officeDocument/2006/relationships" id="269" r:id="R15e5e1952ac14b80"/>
    <p:sldId xmlns:r="http://schemas.openxmlformats.org/officeDocument/2006/relationships" id="270" r:id="R5ca454342a4449e2"/>
    <p:sldId xmlns:r="http://schemas.openxmlformats.org/officeDocument/2006/relationships" id="271" r:id="Rfc59cc5ec47449f6"/>
    <p:sldId xmlns:r="http://schemas.openxmlformats.org/officeDocument/2006/relationships" id="272" r:id="Rde1595171c434a56"/>
    <p:sldId xmlns:r="http://schemas.openxmlformats.org/officeDocument/2006/relationships" id="273" r:id="Rc8aa8eab3dbb439b"/>
    <p:sldId xmlns:r="http://schemas.openxmlformats.org/officeDocument/2006/relationships" id="274" r:id="Rcffc3f91331847b4"/>
    <p:sldId xmlns:r="http://schemas.openxmlformats.org/officeDocument/2006/relationships" id="275" r:id="R40973552cee940b6"/>
    <p:sldId xmlns:r="http://schemas.openxmlformats.org/officeDocument/2006/relationships" id="276" r:id="Rca61ce7d788f448e"/>
    <p:sldId xmlns:r="http://schemas.openxmlformats.org/officeDocument/2006/relationships" id="277" r:id="R3b02c01983be45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dbf043a38d4009" /><Relationship Type="http://schemas.openxmlformats.org/officeDocument/2006/relationships/slideMaster" Target="/ppt/slideMasters/slideMaster1.xml" Id="R2abfaaeaa0b4495e" /><Relationship Type="http://schemas.openxmlformats.org/officeDocument/2006/relationships/notesMaster" Target="/ppt/notesMasters/notesMaster1.xml" Id="Rb1ee5f65128d484b" /><Relationship Type="http://schemas.openxmlformats.org/officeDocument/2006/relationships/presProps" Target="/ppt/presProps.xml" Id="Rc727c5c3d78e44bc" /><Relationship Type="http://schemas.openxmlformats.org/officeDocument/2006/relationships/viewProps" Target="/ppt/viewProps.xml" Id="Rcec27f221f75487e" /><Relationship Type="http://schemas.openxmlformats.org/officeDocument/2006/relationships/tableStyles" Target="/ppt/tableStyles.xml" Id="R5878a31c05c644c7" /><Relationship Type="http://schemas.openxmlformats.org/officeDocument/2006/relationships/slide" Target="/ppt/slides/slide1.xml" Id="R84662ade8b0a4ad4" /><Relationship Type="http://schemas.openxmlformats.org/officeDocument/2006/relationships/slide" Target="/ppt/slides/slide2.xml" Id="Rb9753f9f445a486c" /><Relationship Type="http://schemas.openxmlformats.org/officeDocument/2006/relationships/slide" Target="/ppt/slides/slide3.xml" Id="R195f564a58334d0a" /><Relationship Type="http://schemas.openxmlformats.org/officeDocument/2006/relationships/slide" Target="/ppt/slides/slide4.xml" Id="R07a78f93ba7845fa" /><Relationship Type="http://schemas.openxmlformats.org/officeDocument/2006/relationships/slide" Target="/ppt/slides/slide5.xml" Id="R48779bde70d7400c" /><Relationship Type="http://schemas.openxmlformats.org/officeDocument/2006/relationships/slide" Target="/ppt/slides/slide6.xml" Id="Red7b25793a93436e" /><Relationship Type="http://schemas.openxmlformats.org/officeDocument/2006/relationships/slide" Target="/ppt/slides/slide7.xml" Id="Rb8b8ac3da1af4335" /><Relationship Type="http://schemas.openxmlformats.org/officeDocument/2006/relationships/slide" Target="/ppt/slides/slide8.xml" Id="Re0faec46a65f4512" /><Relationship Type="http://schemas.openxmlformats.org/officeDocument/2006/relationships/slide" Target="/ppt/slides/slide9.xml" Id="R1bb952dbd752469c" /><Relationship Type="http://schemas.openxmlformats.org/officeDocument/2006/relationships/slide" Target="/ppt/slides/slide10.xml" Id="Rc279960731b140a6" /><Relationship Type="http://schemas.openxmlformats.org/officeDocument/2006/relationships/slide" Target="/ppt/slides/slide11.xml" Id="R38a53ef732b34d4e" /><Relationship Type="http://schemas.openxmlformats.org/officeDocument/2006/relationships/slide" Target="/ppt/slides/slide12.xml" Id="Re58317c96c0a4ef3" /><Relationship Type="http://schemas.openxmlformats.org/officeDocument/2006/relationships/slide" Target="/ppt/slides/slide13.xml" Id="Rf8edd85bcf6d461f" /><Relationship Type="http://schemas.openxmlformats.org/officeDocument/2006/relationships/slide" Target="/ppt/slides/slide14.xml" Id="R15e5e1952ac14b80" /><Relationship Type="http://schemas.openxmlformats.org/officeDocument/2006/relationships/slide" Target="/ppt/slides/slide15.xml" Id="R5ca454342a4449e2" /><Relationship Type="http://schemas.openxmlformats.org/officeDocument/2006/relationships/slide" Target="/ppt/slides/slide16.xml" Id="Rfc59cc5ec47449f6" /><Relationship Type="http://schemas.openxmlformats.org/officeDocument/2006/relationships/slide" Target="/ppt/slides/slide17.xml" Id="Rde1595171c434a56" /><Relationship Type="http://schemas.openxmlformats.org/officeDocument/2006/relationships/slide" Target="/ppt/slides/slide18.xml" Id="Rc8aa8eab3dbb439b" /><Relationship Type="http://schemas.openxmlformats.org/officeDocument/2006/relationships/slide" Target="/ppt/slides/slide19.xml" Id="Rcffc3f91331847b4" /><Relationship Type="http://schemas.openxmlformats.org/officeDocument/2006/relationships/slide" Target="/ppt/slides/slide20.xml" Id="R40973552cee940b6" /><Relationship Type="http://schemas.openxmlformats.org/officeDocument/2006/relationships/slide" Target="/ppt/slides/slide21.xml" Id="Rca61ce7d788f448e" /><Relationship Type="http://schemas.openxmlformats.org/officeDocument/2006/relationships/slide" Target="/ppt/slides/slide22.xml" Id="R3b02c01983be45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91d55012c446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562636cc1496c" /><Relationship Type="http://schemas.openxmlformats.org/officeDocument/2006/relationships/notesMaster" Target="/ppt/notesMasters/notesMaster1.xml" Id="R4950471712dc43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f8d4a112f44a8c" /><Relationship Type="http://schemas.openxmlformats.org/officeDocument/2006/relationships/notesMaster" Target="/ppt/notesMasters/notesMaster1.xml" Id="R7ee5334a2e8549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c868576703453f" /><Relationship Type="http://schemas.openxmlformats.org/officeDocument/2006/relationships/notesMaster" Target="/ppt/notesMasters/notesMaster1.xml" Id="Rcc38efef4c5f47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e96a8df50f49d3" /><Relationship Type="http://schemas.openxmlformats.org/officeDocument/2006/relationships/notesMaster" Target="/ppt/notesMasters/notesMaster1.xml" Id="R220301d95df247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080053be2e442f" /><Relationship Type="http://schemas.openxmlformats.org/officeDocument/2006/relationships/notesMaster" Target="/ppt/notesMasters/notesMaster1.xml" Id="Rd7973301d5c448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1ba311189c4452" /><Relationship Type="http://schemas.openxmlformats.org/officeDocument/2006/relationships/notesMaster" Target="/ppt/notesMasters/notesMaster1.xml" Id="R593edbe67e474b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b9db6804e04e24" /><Relationship Type="http://schemas.openxmlformats.org/officeDocument/2006/relationships/notesMaster" Target="/ppt/notesMasters/notesMaster1.xml" Id="R03b0c4b5638741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02307b5399477a" /><Relationship Type="http://schemas.openxmlformats.org/officeDocument/2006/relationships/notesMaster" Target="/ppt/notesMasters/notesMaster1.xml" Id="R3aeecc24d6424d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f967f2f7dc409b" /><Relationship Type="http://schemas.openxmlformats.org/officeDocument/2006/relationships/notesMaster" Target="/ppt/notesMasters/notesMaster1.xml" Id="R05911d6f68da4a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062068b9944ee2" /><Relationship Type="http://schemas.openxmlformats.org/officeDocument/2006/relationships/notesMaster" Target="/ppt/notesMasters/notesMaster1.xml" Id="R0cbdd154630649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69255b178449c5" /><Relationship Type="http://schemas.openxmlformats.org/officeDocument/2006/relationships/notesMaster" Target="/ppt/notesMasters/notesMaster1.xml" Id="R4e7530fd8d5046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fa25f257ea45f6" /><Relationship Type="http://schemas.openxmlformats.org/officeDocument/2006/relationships/notesMaster" Target="/ppt/notesMasters/notesMaster1.xml" Id="Rc70f6c2c971949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763c206a79430d" /><Relationship Type="http://schemas.openxmlformats.org/officeDocument/2006/relationships/notesMaster" Target="/ppt/notesMasters/notesMaster1.xml" Id="R79371402a0f44a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f6d6fdc7e34c52" /><Relationship Type="http://schemas.openxmlformats.org/officeDocument/2006/relationships/notesMaster" Target="/ppt/notesMasters/notesMaster1.xml" Id="Rdbfede86039d47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870ddca4fd456d" /><Relationship Type="http://schemas.openxmlformats.org/officeDocument/2006/relationships/notesMaster" Target="/ppt/notesMasters/notesMaster1.xml" Id="R9c982ff31e4543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185afb2cbb4a37" /><Relationship Type="http://schemas.openxmlformats.org/officeDocument/2006/relationships/notesMaster" Target="/ppt/notesMasters/notesMaster1.xml" Id="R70d3ddf7408442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f8b07da8ee474f" /><Relationship Type="http://schemas.openxmlformats.org/officeDocument/2006/relationships/notesMaster" Target="/ppt/notesMasters/notesMaster1.xml" Id="R1e2bbca1bebd40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3b85f076434165" /><Relationship Type="http://schemas.openxmlformats.org/officeDocument/2006/relationships/notesMaster" Target="/ppt/notesMasters/notesMaster1.xml" Id="Rd91bab160b094b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4f3bb05fcd47e9" /><Relationship Type="http://schemas.openxmlformats.org/officeDocument/2006/relationships/notesMaster" Target="/ppt/notesMasters/notesMaster1.xml" Id="R19f7197d2ea34f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d780740d3aa43a6" /><Relationship Type="http://schemas.openxmlformats.org/officeDocument/2006/relationships/notesMaster" Target="/ppt/notesMasters/notesMaster1.xml" Id="R6584278cbdcb41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8f6299c81e4676" /><Relationship Type="http://schemas.openxmlformats.org/officeDocument/2006/relationships/notesMaster" Target="/ppt/notesMasters/notesMaster1.xml" Id="R24446556659645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89127416284852" /><Relationship Type="http://schemas.openxmlformats.org/officeDocument/2006/relationships/notesMaster" Target="/ppt/notesMasters/notesMaster1.xml" Id="Rf448871667a74d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incident and one Qwen configuration. This is a review of saved runs, not a new run or a production change. V1 evaluated without V2-only evidence. V2 evaluated against prewritten controlled expectations. Research checked online 20 September 2026.</a:t>
            </a:r>
            <a:endParaRPr/>
          </a:p>
          <a:p xmlns:a="http://schemas.openxmlformats.org/drawingml/2006/main">
            <a:r>
              <a:t>Local evidence: /Users/dhwanilchauhan/Desktop/RCA Try 1/Try 6/evals/ia16036-v2-controlled/failure-report-evidence.json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runs[0/1].counts, board, position and findings. Do not infer that zero verified edges alone proves a failure or that V1 had to solve the incident.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saved counts. V1 partial/finished and V2 partial/finished. One model: ollama:qwen3.5:latest. V1 elapsed includes pauses and sampling-profile change; do not present a causal runtime improvement. Documents exclude the incident description; questions include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source inventory: incident, D01–D03, S01–S03, P01–P03 and C01. P04/P05 withheld until V2. Detailed V1 rubric is retrospective; V2 expectations were prewritten. P02 mapping distinguishes legacy COMP FAULT label from the actual input.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/Users/dhwanilchauhan/Desktop/RCA Try 1/IA-16036 Controlled Evidence Package/07_case_content_inputs/02_model_visible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V1 board.nodes. Invalid alarm review f7db8787-5ba9-431d-9129-1f83bed4d96f; invalid RUN review cc9428a7-f9e7-41b4-bb8f-b4c7eefdb736. Both combined entailment with necessary missing premises. The guard correctly rejected the contradictory output.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V1 edges shown in saved board. No verification calls completed in V1. Review gates unresolved premises. The loss-to-recovery direction is a reasonable temporal statement, not evidence of the recovery mechanism.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Finding 22dc870b-4cb9-4384-8d38-f5b2e59bffa5 and V1 summary contain timing error. See P01/P02. The compressor branch remained a hypothesis, not a supported trip conclusion. A rejected V1 review also misread 10:00:11 as a below-threshold time: recorded P-R was 5.8, while low threshold was &lt;4.5.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position.directions and resolver outputs. Keep genuine gaps; narrow compound requests into known and unknown parts. Do not grade V1 down for not having P04/P05.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 inference: distribution-path interruption becomes a stronger physical hypothesis. Not final proof: a late observation does not establish continuous prior closure; handle position does not establish internal condition; timing uncertain. P05 also records V-201 open about 09:56. Prewritten expectations: /Users/dhwanilchauhan/Desktop/RCA Try 1/Try 6/evals/ia16036-v2-expectations.md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adds four nodes, retains all five V1 node identities, withdraws one edge and adds three. No verified edges in either version. Compare board/position rather than mere node counts.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runs[1].findings vs position.selectedFindingIds. Frame trace b0053b1c-3674-425f-86a7-5df44258e742 saw all 154 notebook findings but not original P04. Refine 7f1777d6-e056-4bae-9da9-792e08aadbe9 saw notebook but neither original P04/P05. Resolvers and connection calls did have the originals. Do not say upload failed or context capacity caused the omission.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AL-44 review 60b7aea1-8d44-45bd-8700-68055befdfdb. Entity error da20381b-14ca-490d-80a1-0207ca1dfe94. Both verifiers partial; neither supported. Code: literal-decision.ts, board/changes.ts, board/projection.ts.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 flags in diagnostic export. Projection requires direction or selected reviewTargets. Story selector consumes published analysis questions. Some verifier questions are themselves wrong, so routing must allow correction/rejection, not automatically publish every question. Code: investigation/planner.ts, apply.ts, board/projection.ts, records.ts, story-agent/contracts.ts.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anchors: tasks/executor.ts, investigation/contracts.ts, investigation/apply.ts, review/literal-contract.ts, review/literal-decision.ts, board/changes.ts, board/projection.ts, investigation/planner.ts. Each confirmed against raw outputs and applied state. Proposed changes are not yet implemented.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Both P04/P05 included in actual story input catalogs. Story round c5bdbc70-37bd-42f3-9acc-00912637f096. Job times approx 24.895s and 22.986s, no retries. P04/P05 were preselected by operator. This tests transport and reviewed partial release, not autonomous discovery or multi-round memory consistency. story-candidate.json and story-review.json.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Recorded stage durations from runs[1].stageTiming. Premise review 3,614,997 ms / elapsed 4,719,243 ms = 76.6%. Sum task durations approx 78m31s. Global changed-source invalidation is in planner.ts; dependency-sensitive savings have not been measured. Native context 262144, generation -1. 154 findings are not 154 agents. V1 elapsed is not a fair speed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Recommendations based on local F01–F10. Not implemented or demonstrated by this report. No fine-tuning or multi-model fallback is needed for the first implementation. Preserve superseded claims historically; do not silently rewrite V1. Related research on the following two slides.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https://research.google/pubs/sufficient-context-a-new-lens-on-retrieval-augmented-generation-systems-2/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https://aclanthology.org/2025.acl-long.1089/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https://proceedings.mlr.press/v267/luo25t.html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adaptations, not measured fixes. GCR full approach uses a KG-specialized model; we borrow the constraint principle without proposing its full training architecture.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https://aclanthology.org/2025.acl-short.73/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https://aclanthology.org/2026.acl-long.912/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https://arxiv.org/abs/2604.02733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Research checked 20 September 2026. No published effect size is claimed as a local gain. DeltaLogic does not establish that anchoring caused this Qwen run. ProgCo evaluated instruction following and math.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proposed acceptance tests, not a report that they already pass. V2 target follows prewritten expectations. Do not force a supported edge; permit a justified qualified hypothesis or evidence-based explanation of why it remains unsupported.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case/model configuration. V1 recovered under changed execution behavior. Suggestions not implemented. All app data and prior versions remain unchanged. Detailed trace index and source links in accompanying report.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Incident 9660f4f2-5fc0-4d0a-917e-8e48641956e3; V1 a20904da-8710-40df-8d58-fec78f451f2a; V2 3d44374c-888e-465a-8870-99d11eaa8c12. Digest 6488c96fa5faab64bb65cbd30d4289e20e6130ef535a93ef9a49f42eda893ea7. Live dashboard if app running: http://127.0.0.1:3016/incident/9660f4f2-5fc0-4d0a-917e-8e48641956e3. No model run or application mutation during this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f596259a245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c1e23aeaa40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e8735e49642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950a7430c4c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bf0414aec48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8bf97365d040b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bc4bcd48944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8a7727b354d7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fa7416d7a6419e" /><Relationship Type="http://schemas.openxmlformats.org/officeDocument/2006/relationships/slideLayout" Target="/ppt/slideLayouts/slideLayout1.xml" Id="Rb4972cfec4a84c51" /><Relationship Type="http://schemas.openxmlformats.org/officeDocument/2006/relationships/slideLayout" Target="/ppt/slideLayouts/slideLayout2.xml" Id="R1bdc5432f2f14ca8" /><Relationship Type="http://schemas.openxmlformats.org/officeDocument/2006/relationships/slideLayout" Target="/ppt/slideLayouts/slideLayout3.xml" Id="R2c3cf4b1f9924926" /><Relationship Type="http://schemas.openxmlformats.org/officeDocument/2006/relationships/slideLayout" Target="/ppt/slideLayouts/slideLayout4.xml" Id="R7d7429d4503948b2" /><Relationship Type="http://schemas.openxmlformats.org/officeDocument/2006/relationships/slideLayout" Target="/ppt/slideLayouts/slideLayout5.xml" Id="R6df8f1e4cfeb4457" /><Relationship Type="http://schemas.openxmlformats.org/officeDocument/2006/relationships/slideLayout" Target="/ppt/slideLayouts/slideLayout6.xml" Id="Rf9f50b1e11e54257" /><Relationship Type="http://schemas.openxmlformats.org/officeDocument/2006/relationships/slideLayout" Target="/ppt/slideLayouts/slideLayout7.xml" Id="R14ec81c5e3d1490e" /><Relationship Type="http://schemas.openxmlformats.org/officeDocument/2006/relationships/slideLayout" Target="/ppt/slideLayouts/slideLayout8.xml" Id="R7e4b6af1fd9b4a2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972cfec4a84c51"/>
    <p:sldLayoutId xmlns:r="http://schemas.openxmlformats.org/officeDocument/2006/relationships" id="2147483650" r:id="R1bdc5432f2f14ca8"/>
    <p:sldLayoutId xmlns:r="http://schemas.openxmlformats.org/officeDocument/2006/relationships" id="2147483651" r:id="R2c3cf4b1f9924926"/>
    <p:sldLayoutId xmlns:r="http://schemas.openxmlformats.org/officeDocument/2006/relationships" id="2147483652" r:id="R7d7429d4503948b2"/>
    <p:sldLayoutId xmlns:r="http://schemas.openxmlformats.org/officeDocument/2006/relationships" id="2147483653" r:id="R6df8f1e4cfeb4457"/>
    <p:sldLayoutId xmlns:r="http://schemas.openxmlformats.org/officeDocument/2006/relationships" id="2147483654" r:id="Rf9f50b1e11e54257"/>
    <p:sldLayoutId xmlns:r="http://schemas.openxmlformats.org/officeDocument/2006/relationships" id="2147483655" r:id="R14ec81c5e3d1490e"/>
    <p:sldLayoutId xmlns:r="http://schemas.openxmlformats.org/officeDocument/2006/relationships" id="2147483656" r:id="R7e4b6af1fd9b4a2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89d9c8f1847f1" /><Relationship Type="http://schemas.openxmlformats.org/officeDocument/2006/relationships/notesSlide" Target="/ppt/notesSlides/notesSlide1.xml" Id="Re58b2b82367c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ebb754cad41c5" /><Relationship Type="http://schemas.openxmlformats.org/officeDocument/2006/relationships/notesSlide" Target="/ppt/notesSlides/notesSlide2.xml" Id="R74ca14cf78ad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7d79be804447cc" /><Relationship Type="http://schemas.openxmlformats.org/officeDocument/2006/relationships/notesSlide" Target="/ppt/notesSlides/notesSlide3.xml" Id="R4128137a73be47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43ca4a82934a0f" /><Relationship Type="http://schemas.openxmlformats.org/officeDocument/2006/relationships/notesSlide" Target="/ppt/notesSlides/notesSlide4.xml" Id="R0a7b55c857534a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a97e5e7794f5d" /><Relationship Type="http://schemas.openxmlformats.org/officeDocument/2006/relationships/notesSlide" Target="/ppt/notesSlides/notesSlide5.xml" Id="Rf070b3d0dead4d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2e837e53f409a" /><Relationship Type="http://schemas.openxmlformats.org/officeDocument/2006/relationships/notesSlide" Target="/ppt/notesSlides/notesSlide6.xml" Id="R65c1d5abda9049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0e3d7bf464a6c" /><Relationship Type="http://schemas.openxmlformats.org/officeDocument/2006/relationships/notesSlide" Target="/ppt/notesSlides/notesSlide7.xml" Id="Ra0b52fdd648b4e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1cfa6e2544d6b" /><Relationship Type="http://schemas.openxmlformats.org/officeDocument/2006/relationships/notesSlide" Target="/ppt/notesSlides/notesSlide8.xml" Id="R878dca198d5344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3ec8afc664a54" /><Relationship Type="http://schemas.openxmlformats.org/officeDocument/2006/relationships/notesSlide" Target="/ppt/notesSlides/notesSlide9.xml" Id="R7d36fe19fd134b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b14c11b43d41b0" /><Relationship Type="http://schemas.openxmlformats.org/officeDocument/2006/relationships/notesSlide" Target="/ppt/notesSlides/notesSlide10.xml" Id="Re737c4679c6a44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82369e51c4218" /><Relationship Type="http://schemas.openxmlformats.org/officeDocument/2006/relationships/notesSlide" Target="/ppt/notesSlides/notesSlide11.xml" Id="R1c046933b1b449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734eab54204a01" /><Relationship Type="http://schemas.openxmlformats.org/officeDocument/2006/relationships/notesSlide" Target="/ppt/notesSlides/notesSlide12.xml" Id="Rdc0b1936c5794b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7740b253f40c6" /><Relationship Type="http://schemas.openxmlformats.org/officeDocument/2006/relationships/notesSlide" Target="/ppt/notesSlides/notesSlide13.xml" Id="Rb8c7c94c804b44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89786478d4da8" /><Relationship Type="http://schemas.openxmlformats.org/officeDocument/2006/relationships/notesSlide" Target="/ppt/notesSlides/notesSlide14.xml" Id="R2ad8306b5fb147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237e83c814d20" /><Relationship Type="http://schemas.openxmlformats.org/officeDocument/2006/relationships/notesSlide" Target="/ppt/notesSlides/notesSlide15.xml" Id="Re2290840cf4f47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e422d81fe4530" /><Relationship Type="http://schemas.openxmlformats.org/officeDocument/2006/relationships/chart" Target="/ppt/slides/charts/chart1.xml" Id="Rd10a5609b43847ef" /><Relationship Type="http://schemas.openxmlformats.org/officeDocument/2006/relationships/notesSlide" Target="/ppt/notesSlides/notesSlide16.xml" Id="R1dbca2bd262e4e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dc716ce6f47c4" /><Relationship Type="http://schemas.openxmlformats.org/officeDocument/2006/relationships/notesSlide" Target="/ppt/notesSlides/notesSlide17.xml" Id="R09374ed1b53341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c6f934b6404774" /><Relationship Type="http://schemas.openxmlformats.org/officeDocument/2006/relationships/notesSlide" Target="/ppt/notesSlides/notesSlide18.xml" Id="R5bed1fe4c07f4c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b04df9b21482a" /><Relationship Type="http://schemas.openxmlformats.org/officeDocument/2006/relationships/notesSlide" Target="/ppt/notesSlides/notesSlide19.xml" Id="Re000fce527a74e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e872d4509440d" /><Relationship Type="http://schemas.openxmlformats.org/officeDocument/2006/relationships/notesSlide" Target="/ppt/notesSlides/notesSlide20.xml" Id="R3be7bb00b1024f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1adcf2c7d4d57" /><Relationship Type="http://schemas.openxmlformats.org/officeDocument/2006/relationships/notesSlide" Target="/ppt/notesSlides/notesSlide21.xml" Id="Rda2098ff93a247b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3a16725f441de" /><Relationship Type="http://schemas.openxmlformats.org/officeDocument/2006/relationships/notesSlide" Target="/ppt/notesSlides/notesSlide22.xml" Id="R61155fb582c24e8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Helvetica Neue"/>
                <a:ea typeface="Helvetica Neue"/>
                <a:cs typeface="Helvetica Neue"/>
              </a:rPr>
              <a:t>Recorded V2 task time (minutes)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Data'!$A$2:$A$7</c:f>
              <c:strCache>
                <c:ptCount val="6"/>
                <c:pt idx="0">
                  <c:v>Read</c:v>
                </c:pt>
                <c:pt idx="1">
                  <c:v>Frame + refine</c:v>
                </c:pt>
                <c:pt idx="2">
                  <c:v>Connect</c:v>
                </c:pt>
                <c:pt idx="3">
                  <c:v>Resolve</c:v>
                </c:pt>
                <c:pt idx="4">
                  <c:v>Review premises</c:v>
                </c:pt>
                <c:pt idx="5">
                  <c:v>Verify links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4.21</c:v>
                </c:pt>
                <c:pt idx="1">
                  <c:v>5.26</c:v>
                </c:pt>
                <c:pt idx="2">
                  <c:v>3.35</c:v>
                </c:pt>
                <c:pt idx="3">
                  <c:v>4.28</c:v>
                </c:pt>
                <c:pt idx="4">
                  <c:v>60.25</c:v>
                </c:pt>
                <c:pt idx="5">
                  <c:v>1.17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1752600"/>
            <a:ext cx="11239500" cy="2714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RCA evidence review</a:t>
            </a:r>
          </a:p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4914900"/>
            <a:ext cx="10572750" cy="1143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expected. What happened.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is proven—and what must change.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TRY 6  /  IA-16036  / 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Two versions finished; causal progress remains insufficient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C5130AD-6CA0-498C-B6A1-34EEBBC0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Completion, statement support and causal validity are different outcomes.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8901F57-CAE7-442C-AF01-0043EFBA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worked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CF68798-748F-4B58-BD5D-EC7B2494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Both snapshots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New records read; relevant facts extracted.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More individual statements supported in V2.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365A6EA-95F6-4050-AC52-6F5F3A84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did not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F2B82EA-3CA0-4AB0-91E4-D8B7EA06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expected route-and-valve mechanism was not assembled.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errors and evidence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connection became verified.</a:t>
            </a:r>
          </a:p>
        </p:txBody>
      </p:sp>
      <p:sp>
        <p:nvSpPr>
          <p:cNvPr id="539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9C82137-2956-4584-8A67-9FAFD924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can prove</a:t>
            </a:r>
          </a:p>
        </p:txBody>
      </p:sp>
      <p:sp>
        <p:nvSpPr>
          <p:cNvPr id="540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59DAF83-1353-4DA3-8619-8E70106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contract, review and handoff defects.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Source/output mismatches.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the model’s internal reason for every mistake.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was actually tested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C8EFA3A-3D08-455C-8F2B-77450EA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Same model digest; V2 adds two records and one reviewed answer. V1 required mid-run engineering recovery.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191250"/>
                <a:gridCol w="2600325"/>
                <a:gridCol w="26003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V2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Uploaded documents / storyteller answers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/ 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/ 1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findings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154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Board nodes / active connections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/ 4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/ 6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non-focal nodes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connections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questions, including baseline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was expected to be provisional—not complete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42085CC-3A71-4930-9EF0-502A113F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V1 assessment uses only the documents available to V1.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FE0657C-174F-46FD-B17D-DD3073A6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it should establish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1A9A3A7-F93D-4CCC-84C9-C930CC62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Accurate pressure/alarm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RUN indication ≠ measured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is a P-R low-pressure signal, despite its legacy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An internally consistent preliminary board.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5177ACD-65B1-4978-847F-D44BEAA3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should remain open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6F3ABE2-E16B-4291-A090-05AA64A5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piping connectivity.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Incident-time valve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briefing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and organizational causes not yet established.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five nodes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1FCECD5-C3BA-4A92-B9C3-96D97E2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supported observation does not automatically have a valid causal role.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2524125"/>
                <a:gridCol w="53435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Node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status / role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Pressure-loss focal event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focal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Useful incident anchor; not a root cause.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event around 10:00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event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Directly reported; extra Turn-2 corroboration is a different question.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timestamps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event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in P01; reviewer output was internally inconsistent.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to normal band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/ condition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Grounded; numerical recovery is also in P01.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RUN = 1 at samples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barrier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Sampled fact is grounded; protective function is not established.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four connections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E511783-032A-41E1-81BA-3197066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Unknown status is permissible. Wrong direction and unsupported roles are not useful uncertainty.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57625"/>
                <a:gridCol w="2524125"/>
                <a:gridCol w="50101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912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alarm: caused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Plausible; not verified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Mapping exists in P02, but the saved gap says it is missing.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912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→ loss: preceded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direction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Its own explanation says recovery happened after the interruption.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912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recovery: preceded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Reasonable ordering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 cause; coexists with the opposite arrow.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912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RUN: failed-to-prevent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Unsupported relation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 the pressure-loss event nor the RUN indication is an established barrier.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already contained factual and evidence-use errors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3D9C149-3BFB-4053-987F-812202C7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failures predate V2; they are not regressions caused by adding P04/P05.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3905250"/>
                <a:gridCol w="37719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output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evidence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Consequence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reaches 2.1 bar by 10:03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2.6 at 10:03:10; 2.1 at 10:05:50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timeline enters the notebook and summary.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recovery confirmation missing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6.0 at 10:06:20; 6.8 at 10:06:50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already-answerable gap remains open.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Alarm input mapping unavailable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P02: AL-44 input is P-R; legacy display wording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Unverified compressor speculation receives too much framing weight.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questions: useful directions mixed with redundant parts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2A91A63-8E64-464D-8873-11C4862F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missing source format is not the same as missing information.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5DC8759-C235-4730-9E5A-A21E989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Legitimate next requests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DFB1A4C-F5DA-4835-BADA-36C0CD58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routes between headers.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Valve-by-valve field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the briefing actually covered.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genuine compressor-trip log, if available.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F0A6213-D5F4-46A0-8CEE-7184DAAD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Already supplied or over-scoped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A2CC6A6-927C-4C4D-A355-311076E5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input identity: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Measurement-point mapping: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Numerical recovery samples: P01.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corroboration from the literal claim “the report says Turn 2.”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evidence should narrow the physical mechanism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9E7B298-E5C2-4136-AF5A-616A9BE0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P04: normal route through M-101/D-101/M-102; auxiliary route through V-201/B-17/V-202.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095750"/>
                <a:gridCol w="42481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/ time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contributes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P04: connection schedule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and V-202 are in series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meaning of both valve positions.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10:00:03 ±5 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M-101 closes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action near the start of the pressure fall.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10:05:40 ±5 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observed closed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Auxiliary-path state late in the event.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10:06:18 ±5 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opens; M-101 stays closed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 associated with recovery.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10:06:20 / 10:06:50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rises to 6.0 / 6.8 bar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recovery sequence.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V2: more support, little mechanism revision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90C5015-E291-4526-8030-AEE81185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three branch titles, mechanisms and gap texts are unchanged; only version markers advance.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86125"/>
                <a:gridCol w="4857750"/>
                <a:gridCol w="32480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→ V2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Finding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Statement support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→ 5 supported non-focal nodes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improvement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prevention edge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→ withdrawn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correction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barrier role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Barrier → still barrier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role error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direction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Opposite arrows → both retained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graph error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2.1-bar timing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Notebook/summary → also on board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propagated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Piping and valve gaps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→ supplied but still requested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Missed evidence integration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useful facts were extracted—but not assembled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5EB4AF5-BC7E-49E4-A72D-36B2B4FB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Confirmed location of failure: selection and synthesis after successful ingestion.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8A63AB3-8F37-423B-B060-D8E4C902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Available in the notebook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394B742-7522-40BB-B7B6-6ACE1A35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Four connection segments.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Inline V-201 / V-202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M-101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V-202 closed observation and later opening.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037E61A-56F1-488D-80EB-6B2FA2AF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Missing from the selected mechanism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231EDDC-2D98-4240-B7B3-D9743FC4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Topology segments and V-202 observations were not selected as premises.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field-operation and routing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Why the model overlooked these facts is not isolated.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4DB16885-0D3F-A391-B669-3211DB3B26E8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itself introduced errors and misleading statuses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F307ACF-3A77-4427-95F1-85F9074A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is another fallible model output, not an independent source of truth.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4381500"/>
                <a:gridCol w="32956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review behavior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evidence/code establishes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effect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“Not a contradiction” + claim-truth conflict flag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Approximate and precise times not shown incompatible; flag forces unknown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claim unknown; 3 dependent edges gated.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“opened and later closed”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 says V-201 opened and M-101 closed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entity/action pairing in verifier output.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verdict → conflicting → unknown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application uses both reference lists; UI flattens conflict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Distinct reasons for uncertainty become indistinguishable.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DD23107-4986-8758-3A93-3D74F35908C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feedback loop does not reliably reach the next round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625E532-6DF3-47EE-9383-B3102BA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saved review finding is not enough: it must change the board or receive an explicit disposition.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00375"/>
                <a:gridCol w="4381500"/>
                <a:gridCol w="40100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mechanism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an identified factual error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2.1-bar timing remains after review flags it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refinement precedes review; no post-review claim/map reconciliation.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new causal questions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4 verifier questions saved; none published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They lack links required by the projection filter.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Retire or narrow obsolete questions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Turn-2 and RUN questions remain after parent support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state not fully reconciled with revised findings.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27921A4-25C4-3DB4-06B1-32693CEE224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Software causes we can identify without speculation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4BC7503-5DFA-4889-A952-807ACD03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explain specific failures—not every model reasoning error.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953000"/>
                <a:gridCol w="37719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mismatch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change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Resolver assignment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Schema allows all visible IDs; runtime accepts assigned IDs only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assignment object drives both.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acceptance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references do not check temporal direction or barrier role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semantic relation/role checks.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interpretation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Flags and reference-list presence override distinct meanings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Consistent partial/conflict/unknown states.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Publication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Statuses update after last map refinement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Explicit claim amendment and reconciliation.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handoff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questions can fail visibility predicate silently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registry; every item has a disposition.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A83FA91-883A-0168-8075-96CEB9DCA3C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Storyteller: operational, but not yet unattended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43F7CE9-27A6-472D-8FF4-F4FC22BB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Two jobs completed once. Human review released one and withheld one.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191000"/>
                <a:gridCol w="43434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behavior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/ boundary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8240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briefing content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 excerpts, but missing actual checklist; marked “answered”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unchanged. Should be partial; repeats existing sources.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8240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connectivity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 was in input, but answer treated routing as unavailable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Withheld by human reviewer. Never fed into V2.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C9C7607-4BA3-B4DC-A00F-2E67A9FCFF7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Most V2 time was spent reviewing premises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A405B04-43ED-4170-91F2-FC9834AD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78 min 39 s elapsed; 60.25 min in premise review. No infinite specialist queue in this run.</a:t>
            </a:r>
          </a:p>
        </p:txBody>
      </p:sp>
      <p:graphicFrame>
        <p:nvGraphicFramePr>
          <p:cNvPr id="543" name="Chart"/>
          <p:cNvGraphicFramePr/>
          <p:nvPr/>
        </p:nvGraphicFramePr>
        <p:xfrm>
          <a:off xmlns:a="http://schemas.openxmlformats.org/drawingml/2006/main" x="400050" y="207645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0a5609b43847ef"/>
          </a:graphicData>
        </a:graphic>
      </p:graphicFrame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26FBD4B-DDFF-4C83-97BB-9979EFF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76.6%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1948D03-C24B-46C5-9F92-8B17971C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of elapsed time</a:t>
            </a:r>
          </a:p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spent reviewing premises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876A9BD-02AA-4F7F-81D6-34D032BD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Optimize affected dependencies;</a:t>
            </a:r>
          </a:p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remove factual checks.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90F7333B-44AC-F7E9-D49D-FE92F45E047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Proposed repair: make evidence revision a complete loop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5462B5B-29F5-46B7-8700-04287DA2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Architectural correction—not a prompt that hard-codes this incident’s answer.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1895C96-3D1A-41AE-B1B5-2EA56F6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proposing a mechanism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DA237AD-E6EC-4344-AC51-A2E9E50A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Source-linked observations:</a:t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entity, state/action, time, value,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Joint evidence bundles preserve identities across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affected branch gets an explicit delta decision.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9DE23E7-349A-46BF-A0C2-7A61A8AF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publishing a version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5FD1579-59B7-4766-9999-AA991A5A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can create a corrected claim—not merely a lower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Recheck affected links and reconcile summary, gaps and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Reuse reviews only with a visible dependency rationale.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1C6C81E-38B9-7560-621D-5A151A79DF9B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supports targeted evidence and constraint checks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654219E-DBAB-48FF-9F6E-BEC265E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Primary research, 2025. Transfer to this RCA system remains to be tested.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Sufficient Context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ICLR 2025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context sufficiency from successful use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 packet coverage; adequate context can still be misused. QA ≠ industrial RCA.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ChainRAG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entities across multi-hop retrieval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Bundle topology + state + time. Reported tests are multi-hop QA.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Graph-constrained Reasoning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ICML 2025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 reasoning paths to a graph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typed relationships. Graph faithfulness alone is not causal truth.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CCF91274-D221-1BB4-3BF9-836E3AD31EB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also supports correction and controlled revision tests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56CE15A-BBF3-428A-86B2-5832E0D6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2025–2026 evidence; preprint status is explicitly distinguished.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ProgCo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Program-driven verification and refinement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Executable ID/time/value checks plus claim repair; not universal proof of self-correction.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TraceElephant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2026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execution inputs and outputs for attribution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Replay packet → output → applied state → view; not output-only diagnosis.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DeltaLogic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April 2026 preprint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premise edits test revision behavior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 / defeat / remove / irrelevant deltas. Small logic study, not an RCA solution.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44E025A-983C-6D44-79C6-4612AACD43F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Acceptance must measure correction—not board size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5EF7DBF-3D3A-4698-A952-CD559D0F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these frozen failures as regression cases; then test unseen incidents and evidence changes.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6296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Observable pass condition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fidelity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pressure time/value pairs; correct valve identities; report vs inference distinguished.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meaning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reversed recovery ordering; barrier labels require a protective function.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revision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paths and valve states narrow the mechanism, with remaining uncertainty stated.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and questions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claims reach publication; every new question is routed or explicitly disposed of.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Storyteller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sources used; partial answers labelled; repeated excerpts retain source ancestry.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Cost and generality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Fixed-config comparisons; latency + accuracy + missed-conflict risk; unseen-case testing.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F6DF2BE2-2DFA-1C03-677D-BDC2260D6D9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defensible conclusion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D2ED50F-A822-41F5-8F80-7E16BFFB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 have an inspectable two-version investigation—not yet reliable evidence-driven causal revision.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089CE73-FD91-4E68-A74F-4C1226E7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Established by this review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2A4FC67-32AC-42BB-AC04-C8E981C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had source and graph errors before 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improved extraction and statement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software paths explain propagation and handoff failures.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E3F2B26-867B-47C6-A03C-FAA2EE8F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established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33435EA-58CD-4EB5-8BCF-A1A2E0F2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universal Qwen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Context overload or anchoring as the internal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guaranteed fix from more agents, larger context or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final organizational root cause.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0BB18BA8-60F4-C50D-CD9B-1BB87D3E8506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Evidence and reproducibility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6F44426-2CDB-42FA-AAD4-48B4DBB2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full report contains the failure register, exact trace IDs, source links and acceptance tests.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8496EBF-FC3A-496F-AC6C-5F012D29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Local audit material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9509915-94C7-454C-B688-1059339E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Frozen V1/V2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node and edge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Released documents, raw public outputs, task metrics and projection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Code paths linked for each confirmed harness defect.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CEE825C-F467-401F-AFFB-E01F780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How to present this fairly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91E6500-5BFD-4E02-A11D-9DFFA56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“observed” from “cause proven.”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Keep a blank where the internal cause is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Label research-inspired repairs as proposals.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equate a finished run with a validated RCA.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2026-09-20T20:48:29.6350000Z</dcterms:created>
  <dcterms:modified xsi:type="dcterms:W3CDTF">2026-09-20T20:48:29.6350000Z</dcterms:modified>
</coreProperties>
</file>