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9ad05b8c704367" /><Relationship Type="http://schemas.openxmlformats.org/officeDocument/2006/relationships/extended-properties" Target="/docProps/app.xml" Id="R8d6b6f2411ee4584" /><Relationship Type="http://schemas.openxmlformats.org/officeDocument/2006/relationships/officeDocument" Target="/ppt/presentation.xml" Id="R5ad33feac864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216e86490485c"/>
  </p:sldMasterIdLst>
  <p:notesMasterIdLst>
    <p:notesMasterId xmlns:r="http://schemas.openxmlformats.org/officeDocument/2006/relationships" r:id="R6cd3ddf94c9942b9"/>
  </p:notesMasterIdLst>
  <p:sldIdLst>
    <p:sldId xmlns:r="http://schemas.openxmlformats.org/officeDocument/2006/relationships" id="256" r:id="R1e2b7bb6e5384cec"/>
    <p:sldId xmlns:r="http://schemas.openxmlformats.org/officeDocument/2006/relationships" id="257" r:id="R49ac1ed4e70c4824"/>
    <p:sldId xmlns:r="http://schemas.openxmlformats.org/officeDocument/2006/relationships" id="258" r:id="R24ffb7739bf445d3"/>
    <p:sldId xmlns:r="http://schemas.openxmlformats.org/officeDocument/2006/relationships" id="259" r:id="Rf8709e36b9464ad0"/>
    <p:sldId xmlns:r="http://schemas.openxmlformats.org/officeDocument/2006/relationships" id="260" r:id="R879201155eb84e1a"/>
    <p:sldId xmlns:r="http://schemas.openxmlformats.org/officeDocument/2006/relationships" id="261" r:id="Ra058d179d51345d8"/>
    <p:sldId xmlns:r="http://schemas.openxmlformats.org/officeDocument/2006/relationships" id="262" r:id="R3554323bf2664bb6"/>
    <p:sldId xmlns:r="http://schemas.openxmlformats.org/officeDocument/2006/relationships" id="263" r:id="R00bf8484db304544"/>
    <p:sldId xmlns:r="http://schemas.openxmlformats.org/officeDocument/2006/relationships" id="264" r:id="R33f6aa7b629b48e3"/>
    <p:sldId xmlns:r="http://schemas.openxmlformats.org/officeDocument/2006/relationships" id="265" r:id="R29f8385d2a274de7"/>
    <p:sldId xmlns:r="http://schemas.openxmlformats.org/officeDocument/2006/relationships" id="266" r:id="R8d4ac654a30846f2"/>
    <p:sldId xmlns:r="http://schemas.openxmlformats.org/officeDocument/2006/relationships" id="267" r:id="R7dac7317974f49ce"/>
    <p:sldId xmlns:r="http://schemas.openxmlformats.org/officeDocument/2006/relationships" id="268" r:id="Ra4186e3e5fff40fb"/>
    <p:sldId xmlns:r="http://schemas.openxmlformats.org/officeDocument/2006/relationships" id="269" r:id="Rd20cd4ab86f44401"/>
    <p:sldId xmlns:r="http://schemas.openxmlformats.org/officeDocument/2006/relationships" id="270" r:id="R3410748862b14169"/>
    <p:sldId xmlns:r="http://schemas.openxmlformats.org/officeDocument/2006/relationships" id="271" r:id="R89c835f1e442467c"/>
    <p:sldId xmlns:r="http://schemas.openxmlformats.org/officeDocument/2006/relationships" id="272" r:id="Rb729c551eeba411c"/>
    <p:sldId xmlns:r="http://schemas.openxmlformats.org/officeDocument/2006/relationships" id="273" r:id="R5d9dc4414b774138"/>
    <p:sldId xmlns:r="http://schemas.openxmlformats.org/officeDocument/2006/relationships" id="274" r:id="Rea51d06c32c4427e"/>
    <p:sldId xmlns:r="http://schemas.openxmlformats.org/officeDocument/2006/relationships" id="275" r:id="R467dff395b77455e"/>
    <p:sldId xmlns:r="http://schemas.openxmlformats.org/officeDocument/2006/relationships" id="276" r:id="R45c2940dddb7409e"/>
    <p:sldId xmlns:r="http://schemas.openxmlformats.org/officeDocument/2006/relationships" id="277" r:id="Re48d2a342edb43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b52e534304722" /><Relationship Type="http://schemas.openxmlformats.org/officeDocument/2006/relationships/slideMaster" Target="/ppt/slideMasters/slideMaster1.xml" Id="Rfad216e86490485c" /><Relationship Type="http://schemas.openxmlformats.org/officeDocument/2006/relationships/notesMaster" Target="/ppt/notesMasters/notesMaster1.xml" Id="R6cd3ddf94c9942b9" /><Relationship Type="http://schemas.openxmlformats.org/officeDocument/2006/relationships/presProps" Target="/ppt/presProps.xml" Id="Rb72193f7d28d44b3" /><Relationship Type="http://schemas.openxmlformats.org/officeDocument/2006/relationships/viewProps" Target="/ppt/viewProps.xml" Id="Rb7d1c4be17a643b0" /><Relationship Type="http://schemas.openxmlformats.org/officeDocument/2006/relationships/tableStyles" Target="/ppt/tableStyles.xml" Id="Rdd672fa0f422419e" /><Relationship Type="http://schemas.openxmlformats.org/officeDocument/2006/relationships/slide" Target="/ppt/slides/slide1.xml" Id="R1e2b7bb6e5384cec" /><Relationship Type="http://schemas.openxmlformats.org/officeDocument/2006/relationships/slide" Target="/ppt/slides/slide2.xml" Id="R49ac1ed4e70c4824" /><Relationship Type="http://schemas.openxmlformats.org/officeDocument/2006/relationships/slide" Target="/ppt/slides/slide3.xml" Id="R24ffb7739bf445d3" /><Relationship Type="http://schemas.openxmlformats.org/officeDocument/2006/relationships/slide" Target="/ppt/slides/slide4.xml" Id="Rf8709e36b9464ad0" /><Relationship Type="http://schemas.openxmlformats.org/officeDocument/2006/relationships/slide" Target="/ppt/slides/slide5.xml" Id="R879201155eb84e1a" /><Relationship Type="http://schemas.openxmlformats.org/officeDocument/2006/relationships/slide" Target="/ppt/slides/slide6.xml" Id="Ra058d179d51345d8" /><Relationship Type="http://schemas.openxmlformats.org/officeDocument/2006/relationships/slide" Target="/ppt/slides/slide7.xml" Id="R3554323bf2664bb6" /><Relationship Type="http://schemas.openxmlformats.org/officeDocument/2006/relationships/slide" Target="/ppt/slides/slide8.xml" Id="R00bf8484db304544" /><Relationship Type="http://schemas.openxmlformats.org/officeDocument/2006/relationships/slide" Target="/ppt/slides/slide9.xml" Id="R33f6aa7b629b48e3" /><Relationship Type="http://schemas.openxmlformats.org/officeDocument/2006/relationships/slide" Target="/ppt/slides/slide10.xml" Id="R29f8385d2a274de7" /><Relationship Type="http://schemas.openxmlformats.org/officeDocument/2006/relationships/slide" Target="/ppt/slides/slide11.xml" Id="R8d4ac654a30846f2" /><Relationship Type="http://schemas.openxmlformats.org/officeDocument/2006/relationships/slide" Target="/ppt/slides/slide12.xml" Id="R7dac7317974f49ce" /><Relationship Type="http://schemas.openxmlformats.org/officeDocument/2006/relationships/slide" Target="/ppt/slides/slide13.xml" Id="Ra4186e3e5fff40fb" /><Relationship Type="http://schemas.openxmlformats.org/officeDocument/2006/relationships/slide" Target="/ppt/slides/slide14.xml" Id="Rd20cd4ab86f44401" /><Relationship Type="http://schemas.openxmlformats.org/officeDocument/2006/relationships/slide" Target="/ppt/slides/slide15.xml" Id="R3410748862b14169" /><Relationship Type="http://schemas.openxmlformats.org/officeDocument/2006/relationships/slide" Target="/ppt/slides/slide16.xml" Id="R89c835f1e442467c" /><Relationship Type="http://schemas.openxmlformats.org/officeDocument/2006/relationships/slide" Target="/ppt/slides/slide17.xml" Id="Rb729c551eeba411c" /><Relationship Type="http://schemas.openxmlformats.org/officeDocument/2006/relationships/slide" Target="/ppt/slides/slide18.xml" Id="R5d9dc4414b774138" /><Relationship Type="http://schemas.openxmlformats.org/officeDocument/2006/relationships/slide" Target="/ppt/slides/slide19.xml" Id="Rea51d06c32c4427e" /><Relationship Type="http://schemas.openxmlformats.org/officeDocument/2006/relationships/slide" Target="/ppt/slides/slide20.xml" Id="R467dff395b77455e" /><Relationship Type="http://schemas.openxmlformats.org/officeDocument/2006/relationships/slide" Target="/ppt/slides/slide21.xml" Id="R45c2940dddb7409e" /><Relationship Type="http://schemas.openxmlformats.org/officeDocument/2006/relationships/slide" Target="/ppt/slides/slide22.xml" Id="Re48d2a342edb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ebf2ae5f0f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f40463cea4d0b" /><Relationship Type="http://schemas.openxmlformats.org/officeDocument/2006/relationships/notesMaster" Target="/ppt/notesMasters/notesMaster1.xml" Id="R571eb29f091043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6d6efc8cd4c03" /><Relationship Type="http://schemas.openxmlformats.org/officeDocument/2006/relationships/notesMaster" Target="/ppt/notesMasters/notesMaster1.xml" Id="Racaa01c58b05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9721dc50394218" /><Relationship Type="http://schemas.openxmlformats.org/officeDocument/2006/relationships/notesMaster" Target="/ppt/notesMasters/notesMaster1.xml" Id="R509d2b0a91b4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e43f0514434059" /><Relationship Type="http://schemas.openxmlformats.org/officeDocument/2006/relationships/notesMaster" Target="/ppt/notesMasters/notesMaster1.xml" Id="R74c0ddda83534b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37a65820644706" /><Relationship Type="http://schemas.openxmlformats.org/officeDocument/2006/relationships/notesMaster" Target="/ppt/notesMasters/notesMaster1.xml" Id="R2a5fbb443f1f49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7521e6a5b4245" /><Relationship Type="http://schemas.openxmlformats.org/officeDocument/2006/relationships/notesMaster" Target="/ppt/notesMasters/notesMaster1.xml" Id="R1997b80ce4db42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41741e2bb84314" /><Relationship Type="http://schemas.openxmlformats.org/officeDocument/2006/relationships/notesMaster" Target="/ppt/notesMasters/notesMaster1.xml" Id="Ra6896a39c93646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28c33fa3a842ef" /><Relationship Type="http://schemas.openxmlformats.org/officeDocument/2006/relationships/notesMaster" Target="/ppt/notesMasters/notesMaster1.xml" Id="Refc655c0a47c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d3255eb66f4920" /><Relationship Type="http://schemas.openxmlformats.org/officeDocument/2006/relationships/notesMaster" Target="/ppt/notesMasters/notesMaster1.xml" Id="Re67f53e73a1d48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69c64aaacf4619" /><Relationship Type="http://schemas.openxmlformats.org/officeDocument/2006/relationships/notesMaster" Target="/ppt/notesMasters/notesMaster1.xml" Id="Rc13f56cf6eef40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e2f2714cd349bd" /><Relationship Type="http://schemas.openxmlformats.org/officeDocument/2006/relationships/notesMaster" Target="/ppt/notesMasters/notesMaster1.xml" Id="Re3bf65b91e8d4d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46aa0e8daa491f" /><Relationship Type="http://schemas.openxmlformats.org/officeDocument/2006/relationships/notesMaster" Target="/ppt/notesMasters/notesMaster1.xml" Id="R57192ae2943f41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9f5aff6a364c5c" /><Relationship Type="http://schemas.openxmlformats.org/officeDocument/2006/relationships/notesMaster" Target="/ppt/notesMasters/notesMaster1.xml" Id="R907c1c93cb7645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3c2b73265a4ce7" /><Relationship Type="http://schemas.openxmlformats.org/officeDocument/2006/relationships/notesMaster" Target="/ppt/notesMasters/notesMaster1.xml" Id="Rd55cccf2137141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15d8e515a44983" /><Relationship Type="http://schemas.openxmlformats.org/officeDocument/2006/relationships/notesMaster" Target="/ppt/notesMasters/notesMaster1.xml" Id="Rb6c25d361c2b47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9c6695a4a34dc7" /><Relationship Type="http://schemas.openxmlformats.org/officeDocument/2006/relationships/notesMaster" Target="/ppt/notesMasters/notesMaster1.xml" Id="R5075dfe6f21b4d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76392d99f14d88" /><Relationship Type="http://schemas.openxmlformats.org/officeDocument/2006/relationships/notesMaster" Target="/ppt/notesMasters/notesMaster1.xml" Id="R7dac44eca7f340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a3c86e20164bcd" /><Relationship Type="http://schemas.openxmlformats.org/officeDocument/2006/relationships/notesMaster" Target="/ppt/notesMasters/notesMaster1.xml" Id="Re4921c4c22c446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123824548349a9" /><Relationship Type="http://schemas.openxmlformats.org/officeDocument/2006/relationships/notesMaster" Target="/ppt/notesMasters/notesMaster1.xml" Id="Rbc46af160be045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412fe0189141b5" /><Relationship Type="http://schemas.openxmlformats.org/officeDocument/2006/relationships/notesMaster" Target="/ppt/notesMasters/notesMaster1.xml" Id="R8ce5336564c647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629b11f8a84e0d" /><Relationship Type="http://schemas.openxmlformats.org/officeDocument/2006/relationships/notesMaster" Target="/ppt/notesMasters/notesMaster1.xml" Id="Rb670d1ef7af24b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a53fb9cc93466a" /><Relationship Type="http://schemas.openxmlformats.org/officeDocument/2006/relationships/notesMaster" Target="/ppt/notesMasters/notesMaster1.xml" Id="Rd68c6f618bd9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incident and one Qwen configuration. This is a review of saved runs, not a new run or a production change. V1 evaluated without V2-only evidence. V2 evaluated against prewritten controlled expectations. Research checked online 20 September 2026.</a:t>
            </a:r>
            <a:endParaRPr/>
          </a:p>
          <a:p xmlns:a="http://schemas.openxmlformats.org/drawingml/2006/main">
            <a:r>
              <a:t>Local evidence: /Users/dhwanilchauhan/Desktop/RCA Try 1/Try 6/evals/ia16036-v2-controlled/failure-report-evidence.json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runs[0/1].counts, board, position and findings. Do not infer that zero verified edges alone proves a failure or that V1 had to solve the incident.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saved counts. V1 partial/finished and V2 partial/finished. One model: ollama:qwen3.5:latest. V1 elapsed includes pauses and sampling-profile change; do not present a causal runtime improvement. Documents exclude the incident description; questions include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source inventory: incident, D01–D03, S01–S03, P01–P03 and C01. P04/P05 withheld until V2. Detailed V1 rubric is retrospective; V2 expectations were prewritten. P02 mapping distinguishes legacy COMP FAULT label from the actual input.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/Users/dhwanilchauhan/Desktop/RCA Try 1/IA-16036 Controlled Evidence Package/07_case_content_inputs/02_model_visible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V1 board.nodes. Invalid alarm review f7db8787-5ba9-431d-9129-1f83bed4d96f; invalid RUN review cc9428a7-f9e7-41b4-bb8f-b4c7eefdb736. Both combined entailment with necessary missing premises. The guard correctly rejected the contradictory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V1 edges shown in saved board. No verification calls completed in V1. Review gates unresolved premises. The loss-to-recovery direction is a reasonable temporal statement, not evidence of the recovery mechanism.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Finding 22dc870b-4cb9-4384-8d38-f5b2e59bffa5 and V1 summary contain timing error. See P01/P02. The compressor branch remained a hypothesis, not a supported trip conclusion. A rejected V1 review also misread 10:00:11 as a below-threshold time: recorded P-R was 5.8, while low threshold was &lt;4.5.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position.directions and resolver outputs. Keep genuine gaps; narrow compound requests into known and unknown parts. Do not grade V1 down for not having P04/P05.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inference: distribution-path interruption becomes a stronger physical hypothesis. Not final proof: a late observation does not establish continuous prior closure; handle position does not establish internal condition; timing uncertain. P05 also records V-201 open about 09:56. Prewritten expectations: /Users/dhwanilchauhan/Desktop/RCA Try 1/Try 6/evals/ia16036-v2-expectations.md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adds four nodes, retains all five V1 node identities, withdraws one edge and adds three. No verified edges in either version. Compare board/position rather than mere node counts.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runs[1].findings vs position.selectedFindingIds. Frame trace b0053b1c-3674-425f-86a7-5df44258e742 saw all 154 notebook findings but not original P04. Refine 7f1777d6-e056-4bae-9da9-792e08aadbe9 saw notebook but neither original P04/P05. Resolvers and connection calls did have the originals. Do not say upload failed or context capacity caused the omission.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AL-44 review 60b7aea1-8d44-45bd-8700-68055befdfdb. Entity error da20381b-14ca-490d-80a1-0207ca1dfe94. Both verifiers partial; neither supported. Code: literal-decision.ts, board/changes.ts, board/projection.ts.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 flags in diagnostic export. Projection requires direction or selected reviewTargets. Story selector consumes published analysis questions. Some verifier questions are themselves wrong, so routing must allow correction/rejection, not automatically publish every question. Code: investigation/planner.ts, apply.ts, board/projection.ts, records.ts, story-agent/contracts.ts.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anchors: tasks/executor.ts, investigation/contracts.ts, investigation/apply.ts, review/literal-contract.ts, review/literal-decision.ts, board/changes.ts, board/projection.ts, investigation/planner.ts. Each confirmed against raw outputs and applied state. Proposed changes are not yet implemented.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P04/P05 included in actual story input catalogs. Story round c5bdbc70-37bd-42f3-9acc-00912637f096. Job times approx 24.895s and 22.986s, no retries. P04/P05 were preselected by operator. This tests transport and reviewed partial release, not autonomous discovery or multi-round memory consistency. story-candidate.json and story-review.json.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stage durations from runs[1].stageTiming. Premise review 3,614,997 ms / elapsed 4,719,243 ms = 76.6%. Sum task durations approx 78m31s. Global changed-source invalidation is in planner.ts; dependency-sensitive savings have not been measured. Native context 262144, generation -1. 154 findings are not 154 agents. V1 elapsed is not a fair speed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Recommendations based on local F01–F10. Not implemented or demonstrated by this report. No fine-tuning or multi-model fallback is needed for the first implementation. Preserve superseded claims historically; do not silently rewrite V1. Related research on the following two slides.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https://research.google/pubs/sufficient-context-a-new-lens-on-retrieval-augmented-generation-systems-2/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https://aclanthology.org/2025.acl-long.1089/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https://proceedings.mlr.press/v267/luo25t.html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adaptations, not measured fixes. GCR full approach uses a KG-specialized model; we borrow the constraint principle without proposing its full training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https://aclanthology.org/2025.acl-short.73/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https://aclanthology.org/2026.acl-long.912/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https://arxiv.org/abs/2604.02733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checked 20 September 2026. No published effect size is claimed as a local gain. DeltaLogic does not establish that anchoring caused this Qwen run. ProgCo evaluated instruction following and math.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proposed acceptance tests, not a report that they already pass. V2 target follows prewritten expectations. Do not force a supported edge; permit a justified qualified hypothesis or evidence-based explanation of why it remains unsupported.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case/model configuration. V1 recovered under changed execution behavior. Suggestions not implemented. All app data and prior versions remain unchanged. Detailed trace index and source links in accompanying report.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Incident 9660f4f2-5fc0-4d0a-917e-8e48641956e3; V1 a20904da-8710-40df-8d58-fec78f451f2a; V2 3d44374c-888e-465a-8870-99d11eaa8c12. Digest 6488c96fa5faab64bb65cbd30d4289e20e6130ef535a93ef9a49f42eda893ea7. Live dashboard if app running: http://127.0.0.1:3016/incident/9660f4f2-5fc0-4d0a-917e-8e48641956e3. No model run or application mutation during this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652a6fb5b4a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aee426f2940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2d26b1f924f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f41cde08345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65e4758a84c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b230f83eb4ea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87e57ce194d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991ab555040a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f3d4136e44e4f" /><Relationship Type="http://schemas.openxmlformats.org/officeDocument/2006/relationships/slideLayout" Target="/ppt/slideLayouts/slideLayout1.xml" Id="R39982331a1f74528" /><Relationship Type="http://schemas.openxmlformats.org/officeDocument/2006/relationships/slideLayout" Target="/ppt/slideLayouts/slideLayout2.xml" Id="Rb8c35cdcf8bd49c8" /><Relationship Type="http://schemas.openxmlformats.org/officeDocument/2006/relationships/slideLayout" Target="/ppt/slideLayouts/slideLayout3.xml" Id="R575a3dfac5524367" /><Relationship Type="http://schemas.openxmlformats.org/officeDocument/2006/relationships/slideLayout" Target="/ppt/slideLayouts/slideLayout4.xml" Id="R669dcdc5064b4829" /><Relationship Type="http://schemas.openxmlformats.org/officeDocument/2006/relationships/slideLayout" Target="/ppt/slideLayouts/slideLayout5.xml" Id="R8f58f2fba1854b85" /><Relationship Type="http://schemas.openxmlformats.org/officeDocument/2006/relationships/slideLayout" Target="/ppt/slideLayouts/slideLayout6.xml" Id="Rd8e910df562d4368" /><Relationship Type="http://schemas.openxmlformats.org/officeDocument/2006/relationships/slideLayout" Target="/ppt/slideLayouts/slideLayout7.xml" Id="R78ff8dbc66df4928" /><Relationship Type="http://schemas.openxmlformats.org/officeDocument/2006/relationships/slideLayout" Target="/ppt/slideLayouts/slideLayout8.xml" Id="R02022b24147142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82331a1f74528"/>
    <p:sldLayoutId xmlns:r="http://schemas.openxmlformats.org/officeDocument/2006/relationships" id="2147483650" r:id="Rb8c35cdcf8bd49c8"/>
    <p:sldLayoutId xmlns:r="http://schemas.openxmlformats.org/officeDocument/2006/relationships" id="2147483651" r:id="R575a3dfac5524367"/>
    <p:sldLayoutId xmlns:r="http://schemas.openxmlformats.org/officeDocument/2006/relationships" id="2147483652" r:id="R669dcdc5064b4829"/>
    <p:sldLayoutId xmlns:r="http://schemas.openxmlformats.org/officeDocument/2006/relationships" id="2147483653" r:id="R8f58f2fba1854b85"/>
    <p:sldLayoutId xmlns:r="http://schemas.openxmlformats.org/officeDocument/2006/relationships" id="2147483654" r:id="Rd8e910df562d4368"/>
    <p:sldLayoutId xmlns:r="http://schemas.openxmlformats.org/officeDocument/2006/relationships" id="2147483655" r:id="R78ff8dbc66df4928"/>
    <p:sldLayoutId xmlns:r="http://schemas.openxmlformats.org/officeDocument/2006/relationships" id="2147483656" r:id="R02022b241471422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6cadf6914a23" /><Relationship Type="http://schemas.openxmlformats.org/officeDocument/2006/relationships/notesSlide" Target="/ppt/notesSlides/notesSlide1.xml" Id="R3e051faa6cdf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e92901dc141ff" /><Relationship Type="http://schemas.openxmlformats.org/officeDocument/2006/relationships/notesSlide" Target="/ppt/notesSlides/notesSlide2.xml" Id="R0f160281247d4b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fe3584cd146f2" /><Relationship Type="http://schemas.openxmlformats.org/officeDocument/2006/relationships/notesSlide" Target="/ppt/notesSlides/notesSlide3.xml" Id="R4fdc9982595747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e9a75255c4e40" /><Relationship Type="http://schemas.openxmlformats.org/officeDocument/2006/relationships/notesSlide" Target="/ppt/notesSlides/notesSlide4.xml" Id="Rf8c6295c7bd244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95c804a2140fd" /><Relationship Type="http://schemas.openxmlformats.org/officeDocument/2006/relationships/notesSlide" Target="/ppt/notesSlides/notesSlide5.xml" Id="R9f93f8fcced04b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b74383cd5424b" /><Relationship Type="http://schemas.openxmlformats.org/officeDocument/2006/relationships/notesSlide" Target="/ppt/notesSlides/notesSlide6.xml" Id="R4173a189934447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67e4bb4e24ff6" /><Relationship Type="http://schemas.openxmlformats.org/officeDocument/2006/relationships/notesSlide" Target="/ppt/notesSlides/notesSlide7.xml" Id="Rb0132697115643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121e9091d42bc" /><Relationship Type="http://schemas.openxmlformats.org/officeDocument/2006/relationships/notesSlide" Target="/ppt/notesSlides/notesSlide8.xml" Id="R92f7b3243c8f4c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92052c2554fe6" /><Relationship Type="http://schemas.openxmlformats.org/officeDocument/2006/relationships/notesSlide" Target="/ppt/notesSlides/notesSlide9.xml" Id="Rbc017a153f5144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91e5e6f3143cd" /><Relationship Type="http://schemas.openxmlformats.org/officeDocument/2006/relationships/notesSlide" Target="/ppt/notesSlides/notesSlide10.xml" Id="Ra45d2c7d54c346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31ecfe1884cfa" /><Relationship Type="http://schemas.openxmlformats.org/officeDocument/2006/relationships/notesSlide" Target="/ppt/notesSlides/notesSlide11.xml" Id="R966c976050f44d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e5a5227a24ca5" /><Relationship Type="http://schemas.openxmlformats.org/officeDocument/2006/relationships/notesSlide" Target="/ppt/notesSlides/notesSlide12.xml" Id="Rc68d1ff21d1d48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8be4d5b7c4179" /><Relationship Type="http://schemas.openxmlformats.org/officeDocument/2006/relationships/notesSlide" Target="/ppt/notesSlides/notesSlide13.xml" Id="R45fbd0bdb87140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30fa8c6904f9c" /><Relationship Type="http://schemas.openxmlformats.org/officeDocument/2006/relationships/notesSlide" Target="/ppt/notesSlides/notesSlide14.xml" Id="Rcb8796fd302745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1a62913964094" /><Relationship Type="http://schemas.openxmlformats.org/officeDocument/2006/relationships/notesSlide" Target="/ppt/notesSlides/notesSlide15.xml" Id="R85f0fb7cbb3541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28a53c0814a86" /><Relationship Type="http://schemas.openxmlformats.org/officeDocument/2006/relationships/chart" Target="/ppt/slides/charts/chart1.xml" Id="Rb5a0be596ced4378" /><Relationship Type="http://schemas.openxmlformats.org/officeDocument/2006/relationships/notesSlide" Target="/ppt/notesSlides/notesSlide16.xml" Id="Rbd585d71490849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a3048a3e54f7f" /><Relationship Type="http://schemas.openxmlformats.org/officeDocument/2006/relationships/notesSlide" Target="/ppt/notesSlides/notesSlide17.xml" Id="Rea282158672f44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bb45d0599445b" /><Relationship Type="http://schemas.openxmlformats.org/officeDocument/2006/relationships/notesSlide" Target="/ppt/notesSlides/notesSlide18.xml" Id="R2bee59ab1b6d47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23379cab84a76" /><Relationship Type="http://schemas.openxmlformats.org/officeDocument/2006/relationships/notesSlide" Target="/ppt/notesSlides/notesSlide19.xml" Id="R53c5971efe1f4e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d111c796d4779" /><Relationship Type="http://schemas.openxmlformats.org/officeDocument/2006/relationships/notesSlide" Target="/ppt/notesSlides/notesSlide20.xml" Id="R70c2a76b5f2540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66be8b6aa405b" /><Relationship Type="http://schemas.openxmlformats.org/officeDocument/2006/relationships/notesSlide" Target="/ppt/notesSlides/notesSlide21.xml" Id="Ree8cd344f5514c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437e811fa4e07" /><Relationship Type="http://schemas.openxmlformats.org/officeDocument/2006/relationships/notesSlide" Target="/ppt/notesSlides/notesSlide22.xml" Id="Rc4afb9c86c1244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Helvetica Neue"/>
                <a:ea typeface="Helvetica Neue"/>
                <a:cs typeface="Helvetica Neue"/>
              </a:rPr>
              <a:t>Recorded V2 task time (minutes)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Data'!$A$2:$A$7</c:f>
              <c:strCache>
                <c:ptCount val="6"/>
                <c:pt idx="0">
                  <c:v>Read</c:v>
                </c:pt>
                <c:pt idx="1">
                  <c:v>Frame + refine</c:v>
                </c:pt>
                <c:pt idx="2">
                  <c:v>Connect</c:v>
                </c:pt>
                <c:pt idx="3">
                  <c:v>Resolve</c:v>
                </c:pt>
                <c:pt idx="4">
                  <c:v>Review premises</c:v>
                </c:pt>
                <c:pt idx="5">
                  <c:v>Verify links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4.21</c:v>
                </c:pt>
                <c:pt idx="1">
                  <c:v>5.26</c:v>
                </c:pt>
                <c:pt idx="2">
                  <c:v>3.35</c:v>
                </c:pt>
                <c:pt idx="3">
                  <c:v>4.28</c:v>
                </c:pt>
                <c:pt idx="4">
                  <c:v>60.25</c:v>
                </c:pt>
                <c:pt idx="5">
                  <c:v>1.17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752600"/>
            <a:ext cx="11239500" cy="2714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RCA evidence review</a:t>
            </a:r>
          </a:p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914900"/>
            <a:ext cx="10572750" cy="1143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expected. What happened.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is proven—and what must change.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TRY 6  /  IA-16036  / 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Two versions finished; causal progress remains insufficient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6ADE7BA-C55A-4ED6-AE4D-46C7715D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Completion, statement support and causal validity are different outcomes.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984CF6E-8EEE-4028-AA86-83E97B32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worked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B0FB049-F7B5-4190-89B1-ACD6B957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Both snapshots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New records read; relevant facts extracted.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More individual statements supported in V2.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0CE4E24-4EB8-43FA-9257-907CF15F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did not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D6C290E-A8A6-4AF2-BAD5-8FB0EF0E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expected route-and-valve mechanism was not assembled.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errors and evidence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connection became verified.</a:t>
            </a:r>
          </a:p>
        </p:txBody>
      </p:sp>
      <p:sp>
        <p:nvSpPr>
          <p:cNvPr id="539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9C58809-8EF8-43A5-B8D9-6AB45C9D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can prove</a:t>
            </a:r>
          </a:p>
        </p:txBody>
      </p:sp>
      <p:sp>
        <p:nvSpPr>
          <p:cNvPr id="540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5066EF7-4930-4099-8E8C-35F61EE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contract, review and handoff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Source/output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the model’s internal reason for every mistake.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was actually tested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53986DB-29F2-4524-9BC5-9631139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model digest; V2 adds two records and one reviewed answer. V1 required mid-run engineering recovery.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0"/>
                <a:gridCol w="2600325"/>
                <a:gridCol w="26003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Uploaded documents / storyteller answers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/ 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findings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Board nodes / active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questions, including baseline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was expected to be provisional—not complete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7EC19F7-83A3-463F-B2A4-7F676F0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V1 assessment uses only the documents available to V1.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D4F7AD2-BF99-431A-9194-C6438201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it should establish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F87740D-FFD9-4B67-B228-7B0C4DA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Accurate pressure/alarm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RUN indication ≠ measured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is a P-R low-pressure signal, despite its legacy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An internally consistent preliminary board.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3647285-D1E4-4815-A059-5FEDA25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should remain open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FBC565D-A264-4B8E-94EC-C5B61477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piping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Incident-time valve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briefing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and organizational causes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five nodes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30EF9E3-B628-4C14-BF61-EC87E87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supported observation does not automatically have a valid causal role.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524125"/>
                <a:gridCol w="53435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status / role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Pressure-loss focal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focal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incident anchor; not a root cause.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event around 10:00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Directly reported; extra Turn-2 corroboration is a different question.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timestamps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P01; reviewer output was internally inconsistent.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to normal band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/ condition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Grounded; numerical recovery is also in P01.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RUN = 1 at samples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Sampled fact is grounded; protective function is not established.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four connections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D526412-55BF-4FFA-9CFC-8B5D5BCC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Unknown status is permissible. Wrong direction and unsupported roles are not useful uncertainty.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57625"/>
                <a:gridCol w="2524125"/>
                <a:gridCol w="5010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alarm: caused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Plausible; not verified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Mapping exists in P02, but the saved gap says it is missing.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→ loss: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Its own explanation says recovery happened after the interruption.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recovery: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Reasonable ordering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 cause; coexists with the opposite arrow.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RUN: failed-to-prevent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Unsupported relation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the pressure-loss event nor the RUN indication is an established barrier.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already contained factual and evidence-use errors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E50D67F-86A7-489B-BF55-AE9EEDD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failures predate V2; they are not regressions caused by adding P04/P05.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390525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output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evidence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reaches 2.1 bar by 10:03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2.6 at 10:03:10; 2.1 at 10:05:50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timeline enters the notebook and summary.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recovery confirmation missing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6.0 at 10:06:20; 6.8 at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already-answerable gap remains open.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Alarm input mapping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P02: AL-44 input is P-R; legacy display wording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 compressor speculation receives too much framing weight.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questions: useful directions mixed with redundant parts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E634698-921D-4214-AE5C-6EFD4C86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missing source format is not the same as missing information.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900C5EA-C8B0-4EBB-B937-6AAF242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Legitimate next requests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B6E71B6-0A9C-4BC9-9335-B992C19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routes between headers.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Valve-by-valve field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the briefing actually covered.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genuine compressor-trip log, if available.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FC8E81D-99E3-466B-B795-D054B24B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Already supplied or over-scoped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F3A6FB0-BD67-46AE-A88B-EF2C5F5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input identity: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Measurement-point mapping: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Numerical recovery samples: P01.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corroboration from the literal claim “the report says Turn 2.”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evidence should narrow the physical mechanism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AD94CF2-9470-4CFF-B536-FB2B692E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P04: normal route through M-101/D-101/M-102; auxiliary route through V-201/B-17/V-202.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095750"/>
                <a:gridCol w="4248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/ time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contributes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P04: connection schedule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and V-202 are in series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meaning of both valve positions.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10:00:03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M-101 closes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action near the start of the pressure fall.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10:05:40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observed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Auxiliary-path state late in the event.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10:06:18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opens; M-101 stays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 associated with recovery.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10:06:20 /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rises to 6.0 / 6.8 bar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recovery sequence.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V2: more support, little mechanism revision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EFA514B-3329-469C-9A39-417A52C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three branch titles, mechanisms and gap texts are unchanged; only version markers advance.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4857750"/>
                <a:gridCol w="3248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→ 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→ 5 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improvement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prevention edge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→ withdrawn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correction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Barrier → still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role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Opposite arrows → both retained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graph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2.1-bar timing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Notebook/summary → also on board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propagated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Piping and valve gaps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→ supplied but still requested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Missed evidence integration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useful facts were extracted—but not assembled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8435DF8-A7B4-4416-AA9A-B21B669E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Confirmed location of failure: selection and synthesis after successful ingestion.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83ABF58-39C8-4861-9EC6-19C0177D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Available in the notebook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D95556A-9BF5-4F70-9107-AC8CBA0A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Four connection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Inline V-201 / V-202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M-101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V-202 closed observation and later opening.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2D5A4BE-C556-4815-B3BF-E26BB451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Missing from the selected mechanism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78018DE-71B9-4B65-84F1-A88A278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Topology segments and V-202 observations were not selected as premises.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field-operation and routing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Why the model overlooked these facts is not isolated.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itself introduced errors and misleading statuses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AE82E74-36C2-4A32-A898-C645598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is another fallible model output, not an independent source of truth.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4381500"/>
                <a:gridCol w="3295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review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evidence/code establishes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effect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“Not a contradiction” + claim-truth conflict flag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and precise times not shown incompatible; flag forces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claim unknown; 3 dependent edges gated.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“opened and later closed”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 says V-201 opened and M-101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entity/action pairing in verifier output.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verdict → conflicting →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application uses both reference lists; UI flattens conflict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reasons for uncertainty become indistinguishable.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feedback loop does not reliably reach the next round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77998F0-4A4B-4AFA-9236-EF58A07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saved review finding is not enough: it must change the board or receive an explicit disposition.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4381500"/>
                <a:gridCol w="4010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mechanism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 identified factual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2.1-bar timing remains after review flags it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refinement precedes review; no post-review claim/map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new causal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4 verifier questions saved; none published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They lack links required by the projection filter.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Retire or narrow obsolete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Turn-2 and RUN questions remain after parent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state not fully reconciled with revised findings.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Software causes we can identify without speculation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D4E727C-DFB6-496B-BA77-9FDF883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explain specific failures—not every model reasoning error.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95300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mismatch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change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assignment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allows all visible IDs; runtime accepts assigned IDs only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assignment object drives both.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acceptance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references do not check temporal direction or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semantic relation/role checks.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interpretation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Flags and reference-list presence override distinct meanings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partial/conflict/unknown states.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Statuses update after last map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claim amendment and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handoff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questions can fail visibility predicate silently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registry; every item has a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A83FA91-883A-0168-8075-96CEB9DCA3C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Storyteller: operational, but not yet unattended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B6A08CF-B518-4537-B153-9893F539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Two jobs completed once. Human review released one and withheld one.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191000"/>
                <a:gridCol w="43434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/ 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briefing content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 excerpts, but missing actual checklist; marked “answered”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unchanged. Should be partial; repeats existing sources.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connectivity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 was in input, but answer treated routing as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Withheld by human reviewer. Never fed into V2.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Most V2 time was spent reviewing premises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7E8DC4E-6617-407C-AD92-DC8F7B1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78 min 39 s elapsed; 60.25 min in premise review. No infinite specialist queue in this run.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a0be596ced4378"/>
          </a:graphicData>
        </a:graphic>
      </p:graphicFrame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C203749-93D5-4213-8FB6-32717FD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76.6%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4FF8B2A-F1F0-4138-959C-D9A2F27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of elapsed time</a:t>
            </a:r>
          </a:p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spent reviewing premises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307B2D0-E780-42C5-936A-9AFC8D2C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Optimize affected dependencies;</a:t>
            </a:r>
          </a:p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remove factual checks.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Proposed repair: make evidence revision a complete loop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C8B1D43-4E2A-4A05-A6A3-CD53906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Architectural correction—not a prompt that hard-codes this incident’s answer.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226AF2B-E787-4A45-BDD9-314A4D1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proposing a mechanism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A4BAE2D-3F46-464D-8576-E3D543B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Source-linked observations:</a:t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entity, state/action, time, value,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Joint evidence bundles preserve identities across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affected branch gets an explicit delta decision.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E423986-1896-4B26-82BA-0163B9AD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publishing a version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27EBF98-A20D-4CA4-827E-E8775B7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can create a corrected claim—not merely a lower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Recheck affected links and reconcile summary, gaps and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Reuse reviews only with a visible dependency rationale.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supports targeted evidence and constraint checks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1B17723-119E-41F3-9E16-3033D38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 research, 2025. Transfer to this RCA system remains to be tested.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Sufficient Context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ICLR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context sufficiency from successful use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packet coverage; adequate context can still be misused. QA ≠ industrial RCA.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ChainRAG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entities across multi-hop retrieval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Bundle topology + state + time. Reported tests are multi-hop QA.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Graph-constrained Reasoning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ICML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 reasoning paths to a graph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typed relationships. Graph faithfulness alone is not causal truth.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also supports correction and controlled revision tests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90EBE39-EBD2-4D3D-A1BC-F9D1D65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2025–2026 evidence; preprint status is explicitly distinguished.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ProgCo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Program-driven verification and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Executable ID/time/value checks plus claim repair; not universal proof of self-correction.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TraceElephant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execution inputs and outputs for attribution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 packet → output → applied state → view; not output-only diagnosis.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DeltaLogic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April 2026 preprint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premise edits test revision behavior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 / defeat / remove / irrelevant deltas. Small logic study, not an RCA solution.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Acceptance must measure correction—not board size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53A157D-B5FE-45EB-8078-4D76D0BF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these frozen failures as regression cases; then test unseen incidents and evidence changes.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629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Observable pass condition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fidelity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time/value pairs and valve identities; observations distinct from inference.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meaning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event ordering; a protective function is required for a barrier role.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revision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routes and valve states narrow the mechanism; uncertainty remains explicit.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claims reach publication; every question has an explicit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Storyteller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records used; partial answers labelled; source ancestry retained.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Fixed-config latency and accuracy comparisons, followed by unseen-case tests.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defensible conclusion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9B70DA1-D98A-412B-8FBB-56C123C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 have an inspectable two-version investigation—not yet reliable evidence-driven causal revision.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8F8AF76-6069-4ACE-A96D-9B2B8CD6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Established by this review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FE698EB-59E2-43A6-9338-A35BD54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had source and graph errors before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improved extraction and statement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software paths explain propagation and handoff failures.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8656816-7FE4-402D-83B0-C7B4E083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7A26D00-7529-449D-973A-80AC4CEE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universal Qwen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Context overload or anchoring as the internal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guaranteed fix from more agents, larger context or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final organizational root cause.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Evidence and reproducibility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F86F7E8-E10A-4097-9D59-BFDD93A6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full report contains the failure register, exact trace IDs, source links and acceptance tests.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99BBEAF-2B3E-4979-857F-A49E5639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Local audit material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13816C6-60A6-4759-9656-EF7AC3B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Frozen V1/V2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node and edge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Released documents, raw public outputs, task metrics and projection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Code paths linked for each confirmed harness defect.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784963D-8338-4611-8473-69E60FF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How to present this fairly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99646CF-C8D1-420F-81BD-9E4546FA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“observed” from “cause proven.”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Keep a blank where the internal cause is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Label research-inspired repairs as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equate a finished run with a validated RCA.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2026-09-20T20:49:40.7020000Z</dcterms:created>
  <dcterms:modified xsi:type="dcterms:W3CDTF">2026-09-20T20:49:40.7020000Z</dcterms:modified>
</coreProperties>
</file>